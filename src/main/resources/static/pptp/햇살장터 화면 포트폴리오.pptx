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73" r:id="rId3"/>
    <p:sldId id="257" r:id="rId4"/>
    <p:sldId id="274" r:id="rId5"/>
    <p:sldId id="259" r:id="rId6"/>
    <p:sldId id="260" r:id="rId7"/>
    <p:sldId id="275" r:id="rId8"/>
    <p:sldId id="276" r:id="rId9"/>
    <p:sldId id="277" r:id="rId10"/>
    <p:sldId id="279" r:id="rId11"/>
    <p:sldId id="280" r:id="rId12"/>
    <p:sldId id="281" r:id="rId13"/>
    <p:sldId id="282" r:id="rId14"/>
    <p:sldId id="283" r:id="rId15"/>
    <p:sldId id="284" r:id="rId16"/>
    <p:sldId id="286" r:id="rId17"/>
    <p:sldId id="285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66" autoAdjust="0"/>
    <p:restoredTop sz="95366" autoAdjust="0"/>
  </p:normalViewPr>
  <p:slideViewPr>
    <p:cSldViewPr>
      <p:cViewPr varScale="1">
        <p:scale>
          <a:sx n="91" d="100"/>
          <a:sy n="91" d="100"/>
        </p:scale>
        <p:origin x="201" y="5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CD079-09A9-4E79-AA03-9CECF4C37325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0E56C-8DBA-4E82-AB59-5EE376E7A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531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5C513-2E63-BBEA-2D6B-280ED3736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869FEC-1B45-F43E-3B13-955C00431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0577EB-4782-562F-0607-141B9E94C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10260F-1A78-1FE1-83DB-2733E5F4A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0E56C-8DBA-4E82-AB59-5EE376E7A1C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100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0E56C-8DBA-4E82-AB59-5EE376E7A1C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568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383D7-07B0-30AC-6FF3-9C00143CC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3A1EF9-E384-1F8E-418C-2BC110893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6957E2-0257-EE8B-F59F-025879F57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F8DC3C-0D7E-1499-82C9-5B5951316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0E56C-8DBA-4E82-AB59-5EE376E7A1C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685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4434" y="209168"/>
            <a:ext cx="3469640" cy="269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68125" y="6419741"/>
            <a:ext cx="2311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67676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743775" y="2219325"/>
            <a:ext cx="3980815" cy="247650"/>
          </a:xfrm>
          <a:custGeom>
            <a:avLst/>
            <a:gdLst/>
            <a:ahLst/>
            <a:cxnLst/>
            <a:rect l="l" t="t" r="r" b="b"/>
            <a:pathLst>
              <a:path w="3980815" h="247650">
                <a:moveTo>
                  <a:pt x="3980561" y="0"/>
                </a:moveTo>
                <a:lnTo>
                  <a:pt x="0" y="0"/>
                </a:lnTo>
                <a:lnTo>
                  <a:pt x="0" y="247650"/>
                </a:lnTo>
                <a:lnTo>
                  <a:pt x="3980561" y="247650"/>
                </a:lnTo>
                <a:lnTo>
                  <a:pt x="39805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510016" y="2109216"/>
            <a:ext cx="2526792" cy="2526792"/>
            <a:chOff x="8510016" y="2109216"/>
            <a:chExt cx="2526792" cy="25267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10016" y="2109216"/>
              <a:ext cx="2526792" cy="25267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568944" y="2149348"/>
              <a:ext cx="2413635" cy="2413635"/>
            </a:xfrm>
            <a:custGeom>
              <a:avLst/>
              <a:gdLst/>
              <a:ahLst/>
              <a:cxnLst/>
              <a:rect l="l" t="t" r="r" b="b"/>
              <a:pathLst>
                <a:path w="2413634" h="2413635">
                  <a:moveTo>
                    <a:pt x="1565528" y="0"/>
                  </a:moveTo>
                  <a:lnTo>
                    <a:pt x="847725" y="0"/>
                  </a:lnTo>
                  <a:lnTo>
                    <a:pt x="799626" y="1341"/>
                  </a:lnTo>
                  <a:lnTo>
                    <a:pt x="752230" y="5319"/>
                  </a:lnTo>
                  <a:lnTo>
                    <a:pt x="705609" y="11861"/>
                  </a:lnTo>
                  <a:lnTo>
                    <a:pt x="659835" y="20895"/>
                  </a:lnTo>
                  <a:lnTo>
                    <a:pt x="614978" y="32351"/>
                  </a:lnTo>
                  <a:lnTo>
                    <a:pt x="571111" y="46157"/>
                  </a:lnTo>
                  <a:lnTo>
                    <a:pt x="528306" y="62240"/>
                  </a:lnTo>
                  <a:lnTo>
                    <a:pt x="486633" y="80531"/>
                  </a:lnTo>
                  <a:lnTo>
                    <a:pt x="446164" y="100957"/>
                  </a:lnTo>
                  <a:lnTo>
                    <a:pt x="406972" y="123446"/>
                  </a:lnTo>
                  <a:lnTo>
                    <a:pt x="369127" y="147928"/>
                  </a:lnTo>
                  <a:lnTo>
                    <a:pt x="332701" y="174330"/>
                  </a:lnTo>
                  <a:lnTo>
                    <a:pt x="297766" y="202581"/>
                  </a:lnTo>
                  <a:lnTo>
                    <a:pt x="264394" y="232610"/>
                  </a:lnTo>
                  <a:lnTo>
                    <a:pt x="232656" y="264345"/>
                  </a:lnTo>
                  <a:lnTo>
                    <a:pt x="202623" y="297714"/>
                  </a:lnTo>
                  <a:lnTo>
                    <a:pt x="174368" y="332647"/>
                  </a:lnTo>
                  <a:lnTo>
                    <a:pt x="147962" y="369071"/>
                  </a:lnTo>
                  <a:lnTo>
                    <a:pt x="123476" y="406915"/>
                  </a:lnTo>
                  <a:lnTo>
                    <a:pt x="100982" y="446108"/>
                  </a:lnTo>
                  <a:lnTo>
                    <a:pt x="80552" y="486578"/>
                  </a:lnTo>
                  <a:lnTo>
                    <a:pt x="62257" y="528253"/>
                  </a:lnTo>
                  <a:lnTo>
                    <a:pt x="46170" y="571062"/>
                  </a:lnTo>
                  <a:lnTo>
                    <a:pt x="32360" y="614933"/>
                  </a:lnTo>
                  <a:lnTo>
                    <a:pt x="20901" y="659796"/>
                  </a:lnTo>
                  <a:lnTo>
                    <a:pt x="11864" y="705578"/>
                  </a:lnTo>
                  <a:lnTo>
                    <a:pt x="5320" y="752207"/>
                  </a:lnTo>
                  <a:lnTo>
                    <a:pt x="1342" y="799614"/>
                  </a:lnTo>
                  <a:lnTo>
                    <a:pt x="0" y="847725"/>
                  </a:lnTo>
                  <a:lnTo>
                    <a:pt x="0" y="1565528"/>
                  </a:lnTo>
                  <a:lnTo>
                    <a:pt x="1342" y="1613627"/>
                  </a:lnTo>
                  <a:lnTo>
                    <a:pt x="5320" y="1661023"/>
                  </a:lnTo>
                  <a:lnTo>
                    <a:pt x="11864" y="1707644"/>
                  </a:lnTo>
                  <a:lnTo>
                    <a:pt x="20901" y="1753418"/>
                  </a:lnTo>
                  <a:lnTo>
                    <a:pt x="32360" y="1798275"/>
                  </a:lnTo>
                  <a:lnTo>
                    <a:pt x="46170" y="1842142"/>
                  </a:lnTo>
                  <a:lnTo>
                    <a:pt x="62257" y="1884947"/>
                  </a:lnTo>
                  <a:lnTo>
                    <a:pt x="80552" y="1926620"/>
                  </a:lnTo>
                  <a:lnTo>
                    <a:pt x="100982" y="1967089"/>
                  </a:lnTo>
                  <a:lnTo>
                    <a:pt x="123476" y="2006281"/>
                  </a:lnTo>
                  <a:lnTo>
                    <a:pt x="147962" y="2044126"/>
                  </a:lnTo>
                  <a:lnTo>
                    <a:pt x="174368" y="2080552"/>
                  </a:lnTo>
                  <a:lnTo>
                    <a:pt x="202623" y="2115487"/>
                  </a:lnTo>
                  <a:lnTo>
                    <a:pt x="232656" y="2148859"/>
                  </a:lnTo>
                  <a:lnTo>
                    <a:pt x="264394" y="2180597"/>
                  </a:lnTo>
                  <a:lnTo>
                    <a:pt x="297766" y="2210630"/>
                  </a:lnTo>
                  <a:lnTo>
                    <a:pt x="332701" y="2238885"/>
                  </a:lnTo>
                  <a:lnTo>
                    <a:pt x="369127" y="2265291"/>
                  </a:lnTo>
                  <a:lnTo>
                    <a:pt x="406972" y="2289777"/>
                  </a:lnTo>
                  <a:lnTo>
                    <a:pt x="446164" y="2312271"/>
                  </a:lnTo>
                  <a:lnTo>
                    <a:pt x="486633" y="2332701"/>
                  </a:lnTo>
                  <a:lnTo>
                    <a:pt x="528306" y="2350996"/>
                  </a:lnTo>
                  <a:lnTo>
                    <a:pt x="571111" y="2367083"/>
                  </a:lnTo>
                  <a:lnTo>
                    <a:pt x="614978" y="2380893"/>
                  </a:lnTo>
                  <a:lnTo>
                    <a:pt x="659835" y="2392352"/>
                  </a:lnTo>
                  <a:lnTo>
                    <a:pt x="705609" y="2401389"/>
                  </a:lnTo>
                  <a:lnTo>
                    <a:pt x="752230" y="2407933"/>
                  </a:lnTo>
                  <a:lnTo>
                    <a:pt x="799626" y="2411911"/>
                  </a:lnTo>
                  <a:lnTo>
                    <a:pt x="847725" y="2413254"/>
                  </a:lnTo>
                  <a:lnTo>
                    <a:pt x="1565528" y="2413254"/>
                  </a:lnTo>
                  <a:lnTo>
                    <a:pt x="1613639" y="2411911"/>
                  </a:lnTo>
                  <a:lnTo>
                    <a:pt x="1661046" y="2407933"/>
                  </a:lnTo>
                  <a:lnTo>
                    <a:pt x="1707675" y="2401389"/>
                  </a:lnTo>
                  <a:lnTo>
                    <a:pt x="1753457" y="2392352"/>
                  </a:lnTo>
                  <a:lnTo>
                    <a:pt x="1798320" y="2380893"/>
                  </a:lnTo>
                  <a:lnTo>
                    <a:pt x="1842191" y="2367083"/>
                  </a:lnTo>
                  <a:lnTo>
                    <a:pt x="1885000" y="2350996"/>
                  </a:lnTo>
                  <a:lnTo>
                    <a:pt x="1926675" y="2332701"/>
                  </a:lnTo>
                  <a:lnTo>
                    <a:pt x="1967145" y="2312271"/>
                  </a:lnTo>
                  <a:lnTo>
                    <a:pt x="2006338" y="2289777"/>
                  </a:lnTo>
                  <a:lnTo>
                    <a:pt x="2044182" y="2265291"/>
                  </a:lnTo>
                  <a:lnTo>
                    <a:pt x="2080606" y="2238885"/>
                  </a:lnTo>
                  <a:lnTo>
                    <a:pt x="2115539" y="2210630"/>
                  </a:lnTo>
                  <a:lnTo>
                    <a:pt x="2148908" y="2180597"/>
                  </a:lnTo>
                  <a:lnTo>
                    <a:pt x="2180643" y="2148859"/>
                  </a:lnTo>
                  <a:lnTo>
                    <a:pt x="2210672" y="2115487"/>
                  </a:lnTo>
                  <a:lnTo>
                    <a:pt x="2238923" y="2080552"/>
                  </a:lnTo>
                  <a:lnTo>
                    <a:pt x="2265325" y="2044126"/>
                  </a:lnTo>
                  <a:lnTo>
                    <a:pt x="2289807" y="2006281"/>
                  </a:lnTo>
                  <a:lnTo>
                    <a:pt x="2312296" y="1967089"/>
                  </a:lnTo>
                  <a:lnTo>
                    <a:pt x="2332722" y="1926620"/>
                  </a:lnTo>
                  <a:lnTo>
                    <a:pt x="2351013" y="1884947"/>
                  </a:lnTo>
                  <a:lnTo>
                    <a:pt x="2367096" y="1842142"/>
                  </a:lnTo>
                  <a:lnTo>
                    <a:pt x="2380902" y="1798275"/>
                  </a:lnTo>
                  <a:lnTo>
                    <a:pt x="2392358" y="1753418"/>
                  </a:lnTo>
                  <a:lnTo>
                    <a:pt x="2401392" y="1707644"/>
                  </a:lnTo>
                  <a:lnTo>
                    <a:pt x="2407934" y="1661023"/>
                  </a:lnTo>
                  <a:lnTo>
                    <a:pt x="2411912" y="1613627"/>
                  </a:lnTo>
                  <a:lnTo>
                    <a:pt x="2413254" y="1565528"/>
                  </a:lnTo>
                  <a:lnTo>
                    <a:pt x="2413254" y="847725"/>
                  </a:lnTo>
                  <a:lnTo>
                    <a:pt x="2411912" y="799614"/>
                  </a:lnTo>
                  <a:lnTo>
                    <a:pt x="2407934" y="752207"/>
                  </a:lnTo>
                  <a:lnTo>
                    <a:pt x="2401392" y="705578"/>
                  </a:lnTo>
                  <a:lnTo>
                    <a:pt x="2392358" y="659796"/>
                  </a:lnTo>
                  <a:lnTo>
                    <a:pt x="2380902" y="614933"/>
                  </a:lnTo>
                  <a:lnTo>
                    <a:pt x="2367096" y="571062"/>
                  </a:lnTo>
                  <a:lnTo>
                    <a:pt x="2351013" y="528253"/>
                  </a:lnTo>
                  <a:lnTo>
                    <a:pt x="2332722" y="486578"/>
                  </a:lnTo>
                  <a:lnTo>
                    <a:pt x="2312296" y="446108"/>
                  </a:lnTo>
                  <a:lnTo>
                    <a:pt x="2289807" y="406915"/>
                  </a:lnTo>
                  <a:lnTo>
                    <a:pt x="2265325" y="369071"/>
                  </a:lnTo>
                  <a:lnTo>
                    <a:pt x="2238923" y="332647"/>
                  </a:lnTo>
                  <a:lnTo>
                    <a:pt x="2210672" y="297714"/>
                  </a:lnTo>
                  <a:lnTo>
                    <a:pt x="2180643" y="264345"/>
                  </a:lnTo>
                  <a:lnTo>
                    <a:pt x="2148908" y="232610"/>
                  </a:lnTo>
                  <a:lnTo>
                    <a:pt x="2115539" y="202581"/>
                  </a:lnTo>
                  <a:lnTo>
                    <a:pt x="2080606" y="174330"/>
                  </a:lnTo>
                  <a:lnTo>
                    <a:pt x="2044182" y="147928"/>
                  </a:lnTo>
                  <a:lnTo>
                    <a:pt x="2006338" y="123446"/>
                  </a:lnTo>
                  <a:lnTo>
                    <a:pt x="1967145" y="100957"/>
                  </a:lnTo>
                  <a:lnTo>
                    <a:pt x="1926675" y="80531"/>
                  </a:lnTo>
                  <a:lnTo>
                    <a:pt x="1885000" y="62240"/>
                  </a:lnTo>
                  <a:lnTo>
                    <a:pt x="1842191" y="46157"/>
                  </a:lnTo>
                  <a:lnTo>
                    <a:pt x="1798320" y="32351"/>
                  </a:lnTo>
                  <a:lnTo>
                    <a:pt x="1753457" y="20895"/>
                  </a:lnTo>
                  <a:lnTo>
                    <a:pt x="1707675" y="11861"/>
                  </a:lnTo>
                  <a:lnTo>
                    <a:pt x="1661046" y="5319"/>
                  </a:lnTo>
                  <a:lnTo>
                    <a:pt x="1613639" y="1341"/>
                  </a:lnTo>
                  <a:lnTo>
                    <a:pt x="1565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22756" y="1828545"/>
            <a:ext cx="2444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z="4000" b="1" dirty="0">
                <a:latin typeface="Malgun Gothic"/>
                <a:cs typeface="Malgun Gothic"/>
              </a:rPr>
              <a:t>햇살장터</a:t>
            </a:r>
            <a:endParaRPr sz="4000" b="1" dirty="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3554" y="4243196"/>
            <a:ext cx="101790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spc="-200" dirty="0">
                <a:latin typeface="Malgun Gothic"/>
                <a:cs typeface="Malgun Gothic"/>
              </a:rPr>
              <a:t>서비스</a:t>
            </a:r>
            <a:r>
              <a:rPr sz="1250" b="1" spc="-95" dirty="0">
                <a:latin typeface="Malgun Gothic"/>
                <a:cs typeface="Malgun Gothic"/>
              </a:rPr>
              <a:t> </a:t>
            </a:r>
            <a:r>
              <a:rPr sz="1250" b="1" spc="-165" dirty="0">
                <a:latin typeface="Malgun Gothic"/>
                <a:cs typeface="Malgun Gothic"/>
              </a:rPr>
              <a:t>카테고리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3554" y="4706492"/>
            <a:ext cx="74676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spc="-200" dirty="0">
                <a:latin typeface="Malgun Gothic"/>
                <a:cs typeface="Malgun Gothic"/>
              </a:rPr>
              <a:t>서비스</a:t>
            </a:r>
            <a:r>
              <a:rPr sz="1250" b="1" spc="-95" dirty="0">
                <a:latin typeface="Malgun Gothic"/>
                <a:cs typeface="Malgun Gothic"/>
              </a:rPr>
              <a:t> </a:t>
            </a:r>
            <a:r>
              <a:rPr sz="1250" b="1" spc="-140" dirty="0">
                <a:latin typeface="Malgun Gothic"/>
                <a:cs typeface="Malgun Gothic"/>
              </a:rPr>
              <a:t>설명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188336" y="4223639"/>
            <a:ext cx="890905" cy="285115"/>
          </a:xfrm>
          <a:custGeom>
            <a:avLst/>
            <a:gdLst/>
            <a:ahLst/>
            <a:cxnLst/>
            <a:rect l="l" t="t" r="r" b="b"/>
            <a:pathLst>
              <a:path w="890905" h="285114">
                <a:moveTo>
                  <a:pt x="748283" y="0"/>
                </a:moveTo>
                <a:lnTo>
                  <a:pt x="142367" y="0"/>
                </a:lnTo>
                <a:lnTo>
                  <a:pt x="97373" y="7259"/>
                </a:lnTo>
                <a:lnTo>
                  <a:pt x="58293" y="27472"/>
                </a:lnTo>
                <a:lnTo>
                  <a:pt x="27472" y="58293"/>
                </a:lnTo>
                <a:lnTo>
                  <a:pt x="7259" y="97373"/>
                </a:lnTo>
                <a:lnTo>
                  <a:pt x="0" y="142367"/>
                </a:lnTo>
                <a:lnTo>
                  <a:pt x="7259" y="187360"/>
                </a:lnTo>
                <a:lnTo>
                  <a:pt x="27472" y="226441"/>
                </a:lnTo>
                <a:lnTo>
                  <a:pt x="58293" y="257261"/>
                </a:lnTo>
                <a:lnTo>
                  <a:pt x="97373" y="277474"/>
                </a:lnTo>
                <a:lnTo>
                  <a:pt x="142367" y="284734"/>
                </a:lnTo>
                <a:lnTo>
                  <a:pt x="748283" y="284734"/>
                </a:lnTo>
                <a:lnTo>
                  <a:pt x="793277" y="277474"/>
                </a:lnTo>
                <a:lnTo>
                  <a:pt x="832357" y="257261"/>
                </a:lnTo>
                <a:lnTo>
                  <a:pt x="863178" y="226441"/>
                </a:lnTo>
                <a:lnTo>
                  <a:pt x="883391" y="187360"/>
                </a:lnTo>
                <a:lnTo>
                  <a:pt x="890651" y="142367"/>
                </a:lnTo>
                <a:lnTo>
                  <a:pt x="883391" y="97373"/>
                </a:lnTo>
                <a:lnTo>
                  <a:pt x="863178" y="58293"/>
                </a:lnTo>
                <a:lnTo>
                  <a:pt x="832357" y="27472"/>
                </a:lnTo>
                <a:lnTo>
                  <a:pt x="793277" y="7259"/>
                </a:lnTo>
                <a:lnTo>
                  <a:pt x="7482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434746" y="4283160"/>
            <a:ext cx="39808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z="10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쇼핑몰</a:t>
            </a:r>
            <a:endParaRPr sz="1000" dirty="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21229" y="4683464"/>
            <a:ext cx="4690110" cy="900888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lang="ko-KR" altLang="en-US" sz="1050" b="1" spc="-155" dirty="0">
                <a:latin typeface="Malgun Gothic"/>
                <a:cs typeface="Malgun Gothic"/>
              </a:rPr>
              <a:t>대한민국 전국의 전통시장을 하나로 묶는 통합 온라인 쇼핑몰</a:t>
            </a:r>
            <a:endParaRPr lang="en-US" altLang="ko-KR" sz="1050" b="1" spc="-155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lang="ko-KR" altLang="en-US" sz="1000" dirty="0"/>
              <a:t>햇살장터는 파편화되어 있던 전국 전통시장의 유통망을 하나의 플랫폼으로 통합하여</a:t>
            </a:r>
            <a:r>
              <a:rPr lang="en-US" altLang="ko-KR" sz="1000" dirty="0"/>
              <a:t>, </a:t>
            </a:r>
            <a:r>
              <a:rPr lang="ko-KR" altLang="en-US" sz="1000" dirty="0"/>
              <a:t>물리적 거리에 구애 받지 않는 최적화된 쇼핑 환경을 구축합니다</a:t>
            </a:r>
            <a:r>
              <a:rPr lang="en-US" altLang="ko-KR" sz="1000" dirty="0"/>
              <a:t>. </a:t>
            </a:r>
            <a:r>
              <a:rPr lang="ko-KR" altLang="en-US" sz="1000" dirty="0"/>
              <a:t>지역 생산자와 소비자를 직접 연결하여 전통시장의 디지털 전환을 선도하며</a:t>
            </a:r>
            <a:r>
              <a:rPr lang="en-US" altLang="ko-KR" sz="1000" dirty="0"/>
              <a:t>, </a:t>
            </a:r>
            <a:r>
              <a:rPr lang="ko-KR" altLang="en-US" sz="1000" dirty="0"/>
              <a:t>투명한 품질 관리와 신속한 배송 시스템으로 상생의 가치를 실현합니다</a:t>
            </a:r>
            <a:r>
              <a:rPr lang="en-US" altLang="ko-KR" sz="1000" dirty="0"/>
              <a:t>.</a:t>
            </a:r>
            <a:r>
              <a:rPr lang="ko-KR" altLang="en-US" sz="1000" spc="-155" dirty="0">
                <a:latin typeface="Malgun Gothic"/>
                <a:cs typeface="Malgun Gothic"/>
              </a:rPr>
              <a:t> </a:t>
            </a:r>
            <a:endParaRPr sz="1000" dirty="0">
              <a:latin typeface="Malgun Gothic"/>
              <a:cs typeface="Malgun Gothic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E13CF40-C9F2-D7C5-5CAF-2820037FF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0337" y="2457251"/>
            <a:ext cx="1886149" cy="18861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FE49-C928-4121-8798-85D76CEA3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113AEBA-0FA7-E6CA-1DA2-7050746CAFA2}"/>
              </a:ext>
            </a:extLst>
          </p:cNvPr>
          <p:cNvSpPr txBox="1"/>
          <p:nvPr/>
        </p:nvSpPr>
        <p:spPr>
          <a:xfrm>
            <a:off x="236855" y="209168"/>
            <a:ext cx="258254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z="2400" b="1" spc="-157" baseline="-5208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햇살장터</a:t>
            </a:r>
            <a:r>
              <a:rPr sz="2400" b="1" spc="-37" baseline="-5208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300" spc="-19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항목별</a:t>
            </a:r>
            <a:r>
              <a:rPr lang="ko-KR" altLang="en-US" sz="1300" spc="-14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카테고리 </a:t>
            </a:r>
            <a:endParaRPr sz="13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AC19E62-9F77-B58C-35CA-F7C873CAF37D}"/>
              </a:ext>
            </a:extLst>
          </p:cNvPr>
          <p:cNvSpPr/>
          <p:nvPr/>
        </p:nvSpPr>
        <p:spPr>
          <a:xfrm>
            <a:off x="0" y="104838"/>
            <a:ext cx="64769" cy="555625"/>
          </a:xfrm>
          <a:custGeom>
            <a:avLst/>
            <a:gdLst/>
            <a:ahLst/>
            <a:cxnLst/>
            <a:rect l="l" t="t" r="r" b="b"/>
            <a:pathLst>
              <a:path w="64769" h="555625">
                <a:moveTo>
                  <a:pt x="64293" y="0"/>
                </a:moveTo>
                <a:lnTo>
                  <a:pt x="0" y="0"/>
                </a:lnTo>
                <a:lnTo>
                  <a:pt x="0" y="555180"/>
                </a:lnTo>
                <a:lnTo>
                  <a:pt x="64293" y="555180"/>
                </a:lnTo>
                <a:lnTo>
                  <a:pt x="642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C7696245-645C-29B7-EEC2-A1D68259533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68125" y="6419741"/>
            <a:ext cx="231140" cy="21095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2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graphicFrame>
        <p:nvGraphicFramePr>
          <p:cNvPr id="13" name="object 7">
            <a:extLst>
              <a:ext uri="{FF2B5EF4-FFF2-40B4-BE49-F238E27FC236}">
                <a16:creationId xmlns:a16="http://schemas.microsoft.com/office/drawing/2014/main" id="{233AC133-C1A1-DA95-7729-5FF833C87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147950"/>
              </p:ext>
            </p:extLst>
          </p:nvPr>
        </p:nvGraphicFramePr>
        <p:xfrm>
          <a:off x="286385" y="780940"/>
          <a:ext cx="2272490" cy="56947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517312921"/>
                    </a:ext>
                  </a:extLst>
                </a:gridCol>
              </a:tblGrid>
              <a:tr h="334268"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lang="ko-KR" altLang="en-US" sz="1100" b="1" spc="-25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메</a:t>
                      </a:r>
                      <a:r>
                        <a:rPr lang="ko-KR" altLang="en-US" sz="1100" b="1" spc="-145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인 카테고리</a:t>
                      </a:r>
                      <a:endParaRPr sz="11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60960" marB="0" anchor="ctr">
                    <a:lnL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984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spc="-25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세부</a:t>
                      </a:r>
                      <a:r>
                        <a:rPr lang="ko-KR" altLang="en-US" sz="1100" b="1" spc="-145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 카테고리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+mn-ea"/>
                        <a:cs typeface="Malgun Gothic"/>
                      </a:endParaRPr>
                    </a:p>
                  </a:txBody>
                  <a:tcPr marL="0" marR="0" marT="60960" marB="0" anchor="ctr">
                    <a:lnR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033">
                <a:tc rowSpan="16"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lang="ko-KR" altLang="en-US" sz="1200" b="1" spc="-114" dirty="0">
                          <a:latin typeface="Malgun Gothic"/>
                          <a:cs typeface="Malgun Gothic"/>
                        </a:rPr>
                        <a:t>지역</a:t>
                      </a:r>
                      <a:r>
                        <a:rPr lang="ko-KR" altLang="en-US" sz="1200" b="1" spc="-145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 </a:t>
                      </a:r>
                      <a:r>
                        <a:rPr lang="ko-KR" altLang="en-US" sz="1200" b="1" spc="-145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선택</a:t>
                      </a:r>
                      <a:endParaRPr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1116332"/>
                  </a:ext>
                </a:extLst>
              </a:tr>
              <a:tr h="335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경기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5696261"/>
                  </a:ext>
                </a:extLst>
              </a:tr>
              <a:tr h="335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인천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822197"/>
                  </a:ext>
                </a:extLst>
              </a:tr>
              <a:tr h="335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422626"/>
                  </a:ext>
                </a:extLst>
              </a:tr>
              <a:tr h="335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충북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0859049"/>
                  </a:ext>
                </a:extLst>
              </a:tr>
              <a:tr h="335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충남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198978"/>
                  </a:ext>
                </a:extLst>
              </a:tr>
              <a:tr h="335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2171146"/>
                  </a:ext>
                </a:extLst>
              </a:tr>
              <a:tr h="33503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11493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경북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경남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3050052"/>
                  </a:ext>
                </a:extLst>
              </a:tr>
              <a:tr h="335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울산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9353549"/>
                  </a:ext>
                </a:extLst>
              </a:tr>
              <a:tr h="335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대구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4042294"/>
                  </a:ext>
                </a:extLst>
              </a:tr>
              <a:tr h="335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전북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2324284"/>
                  </a:ext>
                </a:extLst>
              </a:tr>
              <a:tr h="335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전남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6395025"/>
                  </a:ext>
                </a:extLst>
              </a:tr>
              <a:tr h="335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광주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4935467"/>
                  </a:ext>
                </a:extLst>
              </a:tr>
              <a:tr h="335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부산</a:t>
                      </a: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0843362"/>
                  </a:ext>
                </a:extLst>
              </a:tr>
            </a:tbl>
          </a:graphicData>
        </a:graphic>
      </p:graphicFrame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E5700DE0-AD06-BDB6-777A-8BFCD6974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161341"/>
              </p:ext>
            </p:extLst>
          </p:nvPr>
        </p:nvGraphicFramePr>
        <p:xfrm>
          <a:off x="2895600" y="780942"/>
          <a:ext cx="2272490" cy="56648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517312921"/>
                    </a:ext>
                  </a:extLst>
                </a:gridCol>
              </a:tblGrid>
              <a:tr h="362058"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lang="ko-KR" altLang="en-US" sz="1100" b="1" spc="-25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메</a:t>
                      </a:r>
                      <a:r>
                        <a:rPr lang="ko-KR" altLang="en-US" sz="1100" b="1" spc="-145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인 카테고리</a:t>
                      </a:r>
                      <a:endParaRPr sz="11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60960" marB="0" anchor="ctr">
                    <a:lnL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984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spc="-25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세부</a:t>
                      </a:r>
                      <a:r>
                        <a:rPr lang="ko-KR" altLang="en-US" sz="1100" b="1" spc="-145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 카테고리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+mn-ea"/>
                        <a:cs typeface="Malgun Gothic"/>
                      </a:endParaRPr>
                    </a:p>
                  </a:txBody>
                  <a:tcPr marL="0" marR="0" marT="60960" marB="0" anchor="ctr">
                    <a:lnR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7612">
                <a:tc rowSpan="3"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lang="ko-KR" altLang="en-US" sz="1200" b="1" spc="-114" dirty="0">
                          <a:solidFill>
                            <a:schemeClr val="tx1"/>
                          </a:solidFill>
                          <a:latin typeface="Malgun Gothic"/>
                          <a:ea typeface="+mn-ea"/>
                        </a:rPr>
                        <a:t>카테고리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1800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축산물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소고기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돼지고기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닭고기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오리고기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양고기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계란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알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76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+mn-ea"/>
                        </a:rPr>
                        <a:t>농산물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쌀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잡곡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채소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과일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버섯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견과류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감자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고구마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1116332"/>
                  </a:ext>
                </a:extLst>
              </a:tr>
              <a:tr h="17676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수산물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생선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조개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패류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새우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갑각류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오징어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낙지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건어물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1100" b="1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젓갈류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1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5696261"/>
                  </a:ext>
                </a:extLst>
              </a:tr>
            </a:tbl>
          </a:graphicData>
        </a:graphic>
      </p:graphicFrame>
      <p:graphicFrame>
        <p:nvGraphicFramePr>
          <p:cNvPr id="15" name="object 7">
            <a:extLst>
              <a:ext uri="{FF2B5EF4-FFF2-40B4-BE49-F238E27FC236}">
                <a16:creationId xmlns:a16="http://schemas.microsoft.com/office/drawing/2014/main" id="{252F828E-17F6-2FBD-C0EB-ECF74B6EC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138947"/>
              </p:ext>
            </p:extLst>
          </p:nvPr>
        </p:nvGraphicFramePr>
        <p:xfrm>
          <a:off x="5504815" y="780942"/>
          <a:ext cx="2272490" cy="56648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517312921"/>
                    </a:ext>
                  </a:extLst>
                </a:gridCol>
              </a:tblGrid>
              <a:tr h="362058"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lang="ko-KR" altLang="en-US" sz="1100" b="1" spc="-25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메</a:t>
                      </a:r>
                      <a:r>
                        <a:rPr lang="ko-KR" altLang="en-US" sz="1100" b="1" spc="-145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인 카테고리</a:t>
                      </a:r>
                      <a:endParaRPr sz="11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60960" marB="0" anchor="ctr">
                    <a:lnL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984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spc="-25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세부</a:t>
                      </a:r>
                      <a:r>
                        <a:rPr lang="ko-KR" altLang="en-US" sz="1100" b="1" spc="-145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 카테고리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+mn-ea"/>
                        <a:cs typeface="Malgun Gothic"/>
                      </a:endParaRPr>
                    </a:p>
                  </a:txBody>
                  <a:tcPr marL="0" marR="0" marT="60960" marB="0" anchor="ctr">
                    <a:lnR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7612">
                <a:tc rowSpan="3"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lang="ko-KR" altLang="en-US" sz="1200" b="1" spc="-114" dirty="0">
                          <a:solidFill>
                            <a:schemeClr val="tx1"/>
                          </a:solidFill>
                          <a:latin typeface="Malgun Gothic"/>
                          <a:ea typeface="+mn-ea"/>
                        </a:rPr>
                        <a:t>카테고리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1800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반찬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장류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김치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된장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고추장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간장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소스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나물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무침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장아찌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절임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반찬세트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76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+mn-ea"/>
                        </a:rPr>
                        <a:t>가공식품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라면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면류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통조림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냉동식품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과자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스낵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음료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주스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커피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차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1116332"/>
                  </a:ext>
                </a:extLst>
              </a:tr>
              <a:tr h="17676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건강식품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비타민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영양제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홍삼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인삼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1100" b="1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프로바이오틱스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오메가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다이어트식품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단백질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보충제</a:t>
                      </a:r>
                      <a:endParaRPr lang="en-US" altLang="ko-KR" sz="11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5696261"/>
                  </a:ext>
                </a:extLst>
              </a:tr>
            </a:tbl>
          </a:graphicData>
        </a:graphic>
      </p:graphicFrame>
      <p:graphicFrame>
        <p:nvGraphicFramePr>
          <p:cNvPr id="16" name="object 7">
            <a:extLst>
              <a:ext uri="{FF2B5EF4-FFF2-40B4-BE49-F238E27FC236}">
                <a16:creationId xmlns:a16="http://schemas.microsoft.com/office/drawing/2014/main" id="{EADE150E-567E-431A-0121-FB792B598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656402"/>
              </p:ext>
            </p:extLst>
          </p:nvPr>
        </p:nvGraphicFramePr>
        <p:xfrm>
          <a:off x="8114030" y="780942"/>
          <a:ext cx="2272490" cy="56648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517312921"/>
                    </a:ext>
                  </a:extLst>
                </a:gridCol>
              </a:tblGrid>
              <a:tr h="362058"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lang="ko-KR" altLang="en-US" sz="1100" b="1" spc="-25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메</a:t>
                      </a:r>
                      <a:r>
                        <a:rPr lang="ko-KR" altLang="en-US" sz="1100" b="1" spc="-145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인 카테고리</a:t>
                      </a:r>
                      <a:endParaRPr sz="11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60960" marB="0" anchor="ctr">
                    <a:lnL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984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spc="-25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세부</a:t>
                      </a:r>
                      <a:r>
                        <a:rPr lang="ko-KR" altLang="en-US" sz="1100" b="1" spc="-145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 카테고리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+mn-ea"/>
                        <a:cs typeface="Malgun Gothic"/>
                      </a:endParaRPr>
                    </a:p>
                  </a:txBody>
                  <a:tcPr marL="0" marR="0" marT="60960" marB="0" anchor="ctr">
                    <a:lnR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7612">
                <a:tc rowSpan="3"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lang="ko-KR" altLang="en-US" sz="1200" b="1" spc="-114" dirty="0">
                          <a:solidFill>
                            <a:schemeClr val="tx1"/>
                          </a:solidFill>
                          <a:latin typeface="Malgun Gothic"/>
                          <a:ea typeface="+mn-ea"/>
                        </a:rPr>
                        <a:t>카테고리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1800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생활용품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세제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청소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위생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청결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욕실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수납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정리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휴지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티슈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반려동물용품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76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+mn-ea"/>
                        </a:rPr>
                        <a:t>주방용품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냄비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프라이팬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칼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도마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그릇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접시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밀폐용기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조리도구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컵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텀블러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1116332"/>
                  </a:ext>
                </a:extLst>
              </a:tr>
              <a:tr h="17676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가전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주방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청소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생활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계절가전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음향</a:t>
                      </a:r>
                      <a:r>
                        <a:rPr lang="en-US" altLang="ko-K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영상</a:t>
                      </a: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en-US" altLang="ko-KR" sz="11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5696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3340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4434" y="209168"/>
            <a:ext cx="2823566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z="2400" b="1" spc="-157" baseline="-5208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햇살장터</a:t>
            </a:r>
            <a:r>
              <a:rPr sz="2400" b="1" spc="-37" baseline="-5208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300" spc="-19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서비스</a:t>
            </a:r>
            <a:r>
              <a:rPr sz="1300" spc="-14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300" spc="-19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기능</a:t>
            </a:r>
            <a:r>
              <a:rPr sz="1300" spc="-13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300" spc="-19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및</a:t>
            </a:r>
            <a:r>
              <a:rPr sz="1300" spc="-14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300" spc="-195" dirty="0" err="1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화면</a:t>
            </a:r>
            <a:r>
              <a:rPr sz="1300" spc="-13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300" spc="-130" dirty="0" err="1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리스트</a:t>
            </a:r>
            <a:r>
              <a:rPr lang="en-US" sz="1300" spc="-13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- 1</a:t>
            </a:r>
            <a:endParaRPr sz="13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04838"/>
            <a:ext cx="64769" cy="555625"/>
          </a:xfrm>
          <a:custGeom>
            <a:avLst/>
            <a:gdLst/>
            <a:ahLst/>
            <a:cxnLst/>
            <a:rect l="l" t="t" r="r" b="b"/>
            <a:pathLst>
              <a:path w="64769" h="555625">
                <a:moveTo>
                  <a:pt x="64293" y="0"/>
                </a:moveTo>
                <a:lnTo>
                  <a:pt x="0" y="0"/>
                </a:lnTo>
                <a:lnTo>
                  <a:pt x="0" y="555180"/>
                </a:lnTo>
                <a:lnTo>
                  <a:pt x="64293" y="555180"/>
                </a:lnTo>
                <a:lnTo>
                  <a:pt x="642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15848" y="1055877"/>
          <a:ext cx="5541010" cy="1339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0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0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b="1" spc="-25" dirty="0">
                          <a:latin typeface="Malgun Gothic"/>
                          <a:cs typeface="Malgun Gothic"/>
                        </a:rPr>
                        <a:t>항목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096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b="1" spc="-155" dirty="0">
                          <a:latin typeface="Malgun Gothic"/>
                          <a:cs typeface="Malgun Gothic"/>
                        </a:rPr>
                        <a:t>상세</a:t>
                      </a:r>
                      <a:r>
                        <a:rPr sz="1100" b="1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00" b="1" spc="-25" dirty="0">
                          <a:latin typeface="Malgun Gothic"/>
                          <a:cs typeface="Malgun Gothic"/>
                        </a:rPr>
                        <a:t>설명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dirty="0">
                          <a:latin typeface="Malgun Gothic"/>
                          <a:cs typeface="Malgun Gothic"/>
                        </a:rPr>
                        <a:t>00.</a:t>
                      </a:r>
                      <a:r>
                        <a:rPr sz="1100" b="1" spc="-6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00" b="1" spc="-114" dirty="0">
                          <a:latin typeface="Malgun Gothic"/>
                          <a:cs typeface="Malgun Gothic"/>
                        </a:rPr>
                        <a:t>[서비스</a:t>
                      </a:r>
                      <a:r>
                        <a:rPr sz="1100" b="1" spc="-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00" b="1" spc="-25" dirty="0">
                          <a:latin typeface="Malgun Gothic"/>
                          <a:cs typeface="Malgun Gothic"/>
                        </a:rPr>
                        <a:t>시작]</a:t>
                      </a:r>
                      <a:endParaRPr sz="1100" dirty="0">
                        <a:latin typeface="Malgun Gothic"/>
                        <a:cs typeface="Malgun Gothic"/>
                      </a:endParaRPr>
                    </a:p>
                    <a:p>
                      <a:pPr marL="335280">
                        <a:lnSpc>
                          <a:spcPct val="100000"/>
                        </a:lnSpc>
                      </a:pPr>
                      <a:r>
                        <a:rPr sz="1100" spc="-130" dirty="0">
                          <a:latin typeface="Malgun Gothic"/>
                          <a:cs typeface="Malgun Gothic"/>
                        </a:rPr>
                        <a:t>회원가입,</a:t>
                      </a:r>
                      <a:r>
                        <a:rPr sz="1100" spc="-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00" spc="-25" dirty="0">
                          <a:latin typeface="Malgun Gothic"/>
                          <a:cs typeface="Malgun Gothic"/>
                        </a:rPr>
                        <a:t>로그인</a:t>
                      </a:r>
                      <a:endParaRPr sz="11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900" spc="-140" dirty="0">
                          <a:latin typeface="Malgun Gothic"/>
                          <a:cs typeface="Malgun Gothic"/>
                        </a:rPr>
                        <a:t>가입정보</a:t>
                      </a:r>
                      <a:r>
                        <a:rPr sz="900" spc="-6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40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900" spc="-7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35" dirty="0"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900" spc="-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35" dirty="0">
                          <a:latin typeface="Malgun Gothic"/>
                          <a:cs typeface="Malgun Gothic"/>
                        </a:rPr>
                        <a:t>계정</a:t>
                      </a:r>
                      <a:r>
                        <a:rPr sz="900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25" dirty="0">
                          <a:latin typeface="Malgun Gothic"/>
                          <a:cs typeface="Malgun Gothic"/>
                        </a:rPr>
                        <a:t>생성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5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900" spc="-140" dirty="0">
                          <a:latin typeface="Malgun Gothic"/>
                          <a:cs typeface="Malgun Gothic"/>
                        </a:rPr>
                        <a:t>이메일</a:t>
                      </a:r>
                      <a:r>
                        <a:rPr sz="900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40" dirty="0">
                          <a:latin typeface="Malgun Gothic"/>
                          <a:cs typeface="Malgun Gothic"/>
                        </a:rPr>
                        <a:t>계정을</a:t>
                      </a:r>
                      <a:r>
                        <a:rPr sz="900" spc="-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40" dirty="0">
                          <a:latin typeface="Malgun Gothic"/>
                          <a:cs typeface="Malgun Gothic"/>
                        </a:rPr>
                        <a:t>이용한</a:t>
                      </a:r>
                      <a:r>
                        <a:rPr sz="900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40" dirty="0">
                          <a:latin typeface="Malgun Gothic"/>
                          <a:cs typeface="Malgun Gothic"/>
                        </a:rPr>
                        <a:t>간편</a:t>
                      </a:r>
                      <a:r>
                        <a:rPr sz="900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40" dirty="0">
                          <a:latin typeface="Malgun Gothic"/>
                          <a:cs typeface="Malgun Gothic"/>
                        </a:rPr>
                        <a:t>로그인</a:t>
                      </a:r>
                      <a:r>
                        <a:rPr sz="900" spc="-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35" dirty="0">
                          <a:latin typeface="Malgun Gothic"/>
                          <a:cs typeface="Malgun Gothic"/>
                        </a:rPr>
                        <a:t>가능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spc="7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900" spc="-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05" dirty="0">
                          <a:latin typeface="Malgun Gothic"/>
                          <a:cs typeface="Malgun Gothic"/>
                        </a:rPr>
                        <a:t>이메일,</a:t>
                      </a:r>
                      <a:r>
                        <a:rPr sz="900" spc="-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10" dirty="0">
                          <a:latin typeface="Malgun Gothic"/>
                          <a:cs typeface="Malgun Gothic"/>
                        </a:rPr>
                        <a:t>비밀번호,</a:t>
                      </a:r>
                      <a:r>
                        <a:rPr sz="90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00" dirty="0">
                          <a:latin typeface="Malgun Gothic"/>
                          <a:cs typeface="Malgun Gothic"/>
                        </a:rPr>
                        <a:t>휴대폰,</a:t>
                      </a:r>
                      <a:r>
                        <a:rPr sz="900" spc="-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40" dirty="0">
                          <a:latin typeface="Malgun Gothic"/>
                          <a:cs typeface="Malgun Gothic"/>
                        </a:rPr>
                        <a:t>이름</a:t>
                      </a:r>
                      <a:r>
                        <a:rPr sz="900" spc="-7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35" dirty="0">
                          <a:latin typeface="Malgun Gothic"/>
                          <a:cs typeface="Malgun Gothic"/>
                        </a:rPr>
                        <a:t>등</a:t>
                      </a:r>
                      <a:r>
                        <a:rPr sz="900" spc="-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40" dirty="0">
                          <a:latin typeface="Malgun Gothic"/>
                          <a:cs typeface="Malgun Gothic"/>
                        </a:rPr>
                        <a:t>가입</a:t>
                      </a:r>
                      <a:r>
                        <a:rPr sz="900" spc="-7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40" dirty="0">
                          <a:latin typeface="Malgun Gothic"/>
                          <a:cs typeface="Malgun Gothic"/>
                        </a:rPr>
                        <a:t>필수</a:t>
                      </a:r>
                      <a:r>
                        <a:rPr sz="900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25" dirty="0">
                          <a:latin typeface="Malgun Gothic"/>
                          <a:cs typeface="Malgun Gothic"/>
                        </a:rPr>
                        <a:t>정보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3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900" spc="-140" dirty="0">
                          <a:latin typeface="Malgun Gothic"/>
                          <a:cs typeface="Malgun Gothic"/>
                        </a:rPr>
                        <a:t>카카오</a:t>
                      </a:r>
                      <a:r>
                        <a:rPr sz="900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40" dirty="0">
                          <a:latin typeface="Malgun Gothic"/>
                          <a:cs typeface="Malgun Gothic"/>
                        </a:rPr>
                        <a:t>아이디</a:t>
                      </a:r>
                      <a:r>
                        <a:rPr sz="900" spc="-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40" dirty="0">
                          <a:latin typeface="Malgun Gothic"/>
                          <a:cs typeface="Malgun Gothic"/>
                        </a:rPr>
                        <a:t>사용</a:t>
                      </a:r>
                      <a:r>
                        <a:rPr sz="900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25" dirty="0">
                          <a:latin typeface="Malgun Gothic"/>
                          <a:cs typeface="Malgun Gothic"/>
                        </a:rPr>
                        <a:t>가능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945880"/>
              </p:ext>
            </p:extLst>
          </p:nvPr>
        </p:nvGraphicFramePr>
        <p:xfrm>
          <a:off x="6231001" y="1055877"/>
          <a:ext cx="5541645" cy="49815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3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3090"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b="1" spc="-25" dirty="0">
                          <a:latin typeface="Malgun Gothic"/>
                          <a:cs typeface="Malgun Gothic"/>
                        </a:rPr>
                        <a:t>GNB</a:t>
                      </a:r>
                      <a:endParaRPr sz="1100" dirty="0">
                        <a:latin typeface="Malgun Gothic"/>
                        <a:cs typeface="Malgun Gothic"/>
                      </a:endParaRPr>
                    </a:p>
                  </a:txBody>
                  <a:tcPr marL="0" marR="0" marT="6096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7536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b="1" spc="-155" dirty="0" err="1">
                          <a:latin typeface="Malgun Gothic"/>
                          <a:cs typeface="Malgun Gothic"/>
                        </a:rPr>
                        <a:t>상세</a:t>
                      </a:r>
                      <a:r>
                        <a:rPr sz="1100" b="1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00" b="1" spc="-155" dirty="0" err="1">
                          <a:latin typeface="Malgun Gothic"/>
                          <a:cs typeface="Malgun Gothic"/>
                        </a:rPr>
                        <a:t>설명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6096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63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lang="en-US" altLang="ko-KR" sz="1200" b="1" dirty="0">
                          <a:latin typeface="Malgun Gothic"/>
                          <a:cs typeface="Malgun Gothic"/>
                        </a:rPr>
                        <a:t>03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.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[</a:t>
                      </a:r>
                      <a:r>
                        <a:rPr lang="ko-KR" altLang="en-US" sz="1200" b="1" spc="-10" dirty="0">
                          <a:latin typeface="Malgun Gothic"/>
                          <a:cs typeface="Malgun Gothic"/>
                        </a:rPr>
                        <a:t>검색</a:t>
                      </a:r>
                      <a:r>
                        <a:rPr lang="ko-KR" altLang="en-US" sz="1200" b="1" spc="-55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 페이지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]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55244" marB="0" anchor="ctr">
                    <a:lnT w="12700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일정 기간  안에 가장 많이 검색된 검색어 순위 제공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</a:p>
                    <a:p>
                      <a:pPr marL="20256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입력한 검색 값에 따른 연관 검색어 제공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</a:p>
                    <a:p>
                      <a:pPr marL="20256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회원이 최근에 검색한 검색어 제공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77470" marB="7200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811">
                <a:tc>
                  <a:txBody>
                    <a:bodyPr/>
                    <a:lstStyle/>
                    <a:p>
                      <a:pPr marL="92075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7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Malgun Gothic"/>
                        </a:rPr>
                        <a:t>04</a:t>
                      </a:r>
                      <a:r>
                        <a:rPr sz="1200" b="1" dirty="0">
                          <a:latin typeface="Malgun Gothic"/>
                        </a:rPr>
                        <a:t>.</a:t>
                      </a:r>
                      <a:r>
                        <a:rPr sz="1200" b="1" spc="-75" dirty="0">
                          <a:latin typeface="Malgun Gothic"/>
                        </a:rPr>
                        <a:t> </a:t>
                      </a:r>
                      <a:r>
                        <a:rPr sz="1200" b="1" spc="-105" dirty="0">
                          <a:latin typeface="Malgun Gothic"/>
                        </a:rPr>
                        <a:t>[</a:t>
                      </a:r>
                      <a:r>
                        <a:rPr lang="ko-KR" altLang="en-US" sz="1200" b="1" spc="-105" dirty="0">
                          <a:latin typeface="Malgun Gothic"/>
                        </a:rPr>
                        <a:t>장터</a:t>
                      </a:r>
                      <a:r>
                        <a:rPr lang="en-US" altLang="ko-KR" sz="1200" b="1" spc="-105" dirty="0">
                          <a:latin typeface="Malgun Gothic"/>
                        </a:rPr>
                        <a:t>/</a:t>
                      </a:r>
                      <a:r>
                        <a:rPr lang="ko-KR" altLang="en-US" sz="1200" b="1" spc="-105" dirty="0">
                          <a:latin typeface="Malgun Gothic"/>
                        </a:rPr>
                        <a:t>가게 목록 페이지</a:t>
                      </a:r>
                      <a:r>
                        <a:rPr lang="en-US" altLang="ko-KR" sz="1200" b="1" spc="-20" dirty="0">
                          <a:latin typeface="Malgun Gothic"/>
                          <a:cs typeface="Malgun Gothic"/>
                        </a:rPr>
                        <a:t>]</a:t>
                      </a:r>
                      <a:endParaRPr lang="ko-KR" altLang="en-US"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① 상단 영역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: 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지역을 선택 시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해당 지역의 장터 목록을 표시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② 가게 목록 영역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: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선택한 장터에 소속된 가게 나열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※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카테고리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영업 중인 가게 필터링 기능 제공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</a:p>
                  </a:txBody>
                  <a:tcPr marL="0" marR="0" marT="72000" marB="72000" anchor="ctr"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732">
                <a:tc>
                  <a:txBody>
                    <a:bodyPr/>
                    <a:lstStyle/>
                    <a:p>
                      <a:pPr marL="92075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7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Malgun Gothic"/>
                        </a:rPr>
                        <a:t>05.</a:t>
                      </a:r>
                      <a:r>
                        <a:rPr lang="ko-KR" altLang="en-US" sz="1200" b="1" spc="-75" dirty="0">
                          <a:latin typeface="Malgun Gothic"/>
                        </a:rPr>
                        <a:t> </a:t>
                      </a:r>
                      <a:r>
                        <a:rPr lang="en-US" altLang="ko-KR" sz="1200" b="1" spc="-105" dirty="0">
                          <a:latin typeface="Malgun Gothic"/>
                        </a:rPr>
                        <a:t>[</a:t>
                      </a:r>
                      <a:r>
                        <a:rPr lang="ko-KR" altLang="en-US" sz="1200" b="1" spc="-105" dirty="0">
                          <a:latin typeface="Malgun Gothic"/>
                        </a:rPr>
                        <a:t>검색 결과 페이지</a:t>
                      </a:r>
                      <a:r>
                        <a:rPr lang="en-US" altLang="ko-KR" sz="1200" b="1" spc="-20" dirty="0">
                          <a:latin typeface="Malgun Gothic"/>
                          <a:cs typeface="Malgun Gothic"/>
                        </a:rPr>
                        <a:t>]</a:t>
                      </a:r>
                      <a:endParaRPr lang="ko-KR" altLang="en-US"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256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97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검색 값이 포함된 모든 상품 검색</a:t>
                      </a:r>
                      <a:br>
                        <a:rPr lang="en-US" altLang="ko-KR" sz="900" spc="-140" dirty="0">
                          <a:latin typeface="Malgun Gothic"/>
                          <a:cs typeface="Malgun Gothic"/>
                        </a:rPr>
                      </a:b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※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떨이 상품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장터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가게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카테고리 필터링 기능 제공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  <a:br>
                        <a:rPr lang="en-US" altLang="ko-KR" sz="900" spc="-140" dirty="0">
                          <a:latin typeface="Malgun Gothic"/>
                          <a:cs typeface="Malgun Gothic"/>
                        </a:rPr>
                      </a:b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※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연관 검색어 리스트 나열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</a:txBody>
                  <a:tcPr marL="0" marR="0" marT="72000" marB="72000" anchor="ctr"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986294"/>
                  </a:ext>
                </a:extLst>
              </a:tr>
              <a:tr h="46202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lang="en-US" sz="1200" b="1" dirty="0">
                          <a:latin typeface="Malgun Gothic"/>
                          <a:cs typeface="Malgun Gothic"/>
                        </a:rPr>
                        <a:t>6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.</a:t>
                      </a:r>
                      <a:r>
                        <a:rPr sz="1200" b="1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5" dirty="0">
                          <a:latin typeface="Malgun Gothic"/>
                          <a:cs typeface="Malgun Gothic"/>
                        </a:rPr>
                        <a:t>[</a:t>
                      </a:r>
                      <a:r>
                        <a:rPr sz="1200" b="1" spc="-105" dirty="0" err="1">
                          <a:latin typeface="Malgun Gothic"/>
                          <a:cs typeface="Malgun Gothic"/>
                        </a:rPr>
                        <a:t>마이</a:t>
                      </a:r>
                      <a:r>
                        <a:rPr sz="12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 err="1">
                          <a:latin typeface="Malgun Gothic"/>
                          <a:cs typeface="Malgun Gothic"/>
                        </a:rPr>
                        <a:t>페이지</a:t>
                      </a:r>
                      <a:r>
                        <a:rPr lang="en-US" sz="1200" b="1" spc="-25" dirty="0">
                          <a:latin typeface="Malgun Gothic"/>
                          <a:cs typeface="Malgun Gothic"/>
                        </a:rPr>
                        <a:t> - </a:t>
                      </a:r>
                      <a:r>
                        <a:rPr lang="ko-KR" altLang="en-US" sz="1200" b="1" spc="-25" dirty="0">
                          <a:latin typeface="Malgun Gothic"/>
                          <a:cs typeface="Malgun Gothic"/>
                        </a:rPr>
                        <a:t>일반</a:t>
                      </a:r>
                      <a:r>
                        <a:rPr lang="en-US" altLang="ko-KR" sz="1200" b="1" spc="-25" dirty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lang="ko-KR" altLang="en-US" sz="1200" b="1" spc="-25" dirty="0">
                          <a:latin typeface="Malgun Gothic"/>
                          <a:cs typeface="Malgun Gothic"/>
                        </a:rPr>
                        <a:t>판매자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]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11493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lang="ko-KR" altLang="en-US" sz="900" b="1" spc="-140" dirty="0">
                          <a:latin typeface="Malgun Gothic"/>
                          <a:cs typeface="Malgun Gothic"/>
                        </a:rPr>
                        <a:t>문서 다음 페이지 참고</a:t>
                      </a:r>
                      <a:r>
                        <a:rPr lang="en-US" altLang="ko-KR" sz="900" b="1" spc="-140" dirty="0">
                          <a:latin typeface="Malgun Gothic"/>
                          <a:cs typeface="Malgun Gothic"/>
                        </a:rPr>
                        <a:t>.</a:t>
                      </a:r>
                      <a:endParaRPr lang="ko-KR" altLang="en-US" sz="9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8699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3894">
                <a:tc>
                  <a:txBody>
                    <a:bodyPr/>
                    <a:lstStyle/>
                    <a:p>
                      <a:pPr marL="92075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7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Malgun Gothic"/>
                        </a:rPr>
                        <a:t>07.</a:t>
                      </a:r>
                      <a:r>
                        <a:rPr lang="ko-KR" altLang="en-US" sz="1200" b="1" spc="-75" dirty="0">
                          <a:latin typeface="Malgun Gothic"/>
                        </a:rPr>
                        <a:t> </a:t>
                      </a:r>
                      <a:r>
                        <a:rPr lang="en-US" altLang="ko-KR" sz="1200" b="1" spc="-105" dirty="0">
                          <a:latin typeface="Malgun Gothic"/>
                        </a:rPr>
                        <a:t>[</a:t>
                      </a:r>
                      <a:r>
                        <a:rPr lang="ko-KR" altLang="en-US" sz="1200" b="1" spc="-105" dirty="0">
                          <a:latin typeface="Malgun Gothic"/>
                        </a:rPr>
                        <a:t>회원 정보 수정 페이지</a:t>
                      </a:r>
                      <a:r>
                        <a:rPr lang="en-US" altLang="ko-KR" sz="1200" b="1" spc="-20" dirty="0">
                          <a:latin typeface="Malgun Gothic"/>
                          <a:cs typeface="Malgun Gothic"/>
                        </a:rPr>
                        <a:t>]</a:t>
                      </a:r>
                      <a:endParaRPr lang="ko-KR" altLang="en-US"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① 프로필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 :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프로필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이미지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이름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소개 글 수정 기능 제공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② 계정 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: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이메일 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비밀번호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연락처 수정 기능 및 가입 유형 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확인 기능 제공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③ 배송지 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: 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배송지 추가 및 삭제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수정 기능 제공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</a:p>
                  </a:txBody>
                  <a:tcPr marL="0" marR="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2564232"/>
                  </a:ext>
                </a:extLst>
              </a:tr>
              <a:tr h="403762">
                <a:tc>
                  <a:txBody>
                    <a:bodyPr/>
                    <a:lstStyle/>
                    <a:p>
                      <a:pPr marL="92075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7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Malgun Gothic"/>
                        </a:rPr>
                        <a:t>08</a:t>
                      </a:r>
                      <a:r>
                        <a:rPr sz="1200" b="1" dirty="0">
                          <a:latin typeface="Malgun Gothic"/>
                        </a:rPr>
                        <a:t>.</a:t>
                      </a:r>
                      <a:r>
                        <a:rPr sz="1200" b="1" spc="-75" dirty="0">
                          <a:latin typeface="Malgun Gothic"/>
                        </a:rPr>
                        <a:t> </a:t>
                      </a:r>
                      <a:r>
                        <a:rPr sz="1200" b="1" spc="-105" dirty="0">
                          <a:latin typeface="Malgun Gothic"/>
                        </a:rPr>
                        <a:t>[</a:t>
                      </a:r>
                      <a:r>
                        <a:rPr lang="ko-KR" altLang="en-US" sz="1200" b="1" u="sng" spc="-105">
                          <a:latin typeface="Malgun Gothic"/>
                        </a:rPr>
                        <a:t>가게 등록 </a:t>
                      </a:r>
                      <a:r>
                        <a:rPr lang="ko-KR" altLang="en-US" sz="1200" b="1" u="sng" spc="-105" dirty="0">
                          <a:latin typeface="Malgun Gothic"/>
                        </a:rPr>
                        <a:t>페이지</a:t>
                      </a:r>
                      <a:r>
                        <a:rPr lang="en-US" altLang="ko-KR" sz="1200" b="1" spc="-20" dirty="0">
                          <a:latin typeface="Malgun Gothic"/>
                          <a:cs typeface="Malgun Gothic"/>
                        </a:rPr>
                        <a:t>]</a:t>
                      </a:r>
                      <a:endParaRPr lang="ko-KR" altLang="en-US"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상품의 기본 정보 입력 후 등록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</a:txBody>
                  <a:tcPr marL="0" marR="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4785400"/>
                  </a:ext>
                </a:extLst>
              </a:tr>
              <a:tr h="412260">
                <a:tc>
                  <a:txBody>
                    <a:bodyPr/>
                    <a:lstStyle/>
                    <a:p>
                      <a:pPr marL="92075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7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Malgun Gothic"/>
                        </a:rPr>
                        <a:t>09.</a:t>
                      </a:r>
                      <a:r>
                        <a:rPr lang="ko-KR" altLang="en-US" sz="1200" b="1" spc="-75" dirty="0">
                          <a:latin typeface="Malgun Gothic"/>
                        </a:rPr>
                        <a:t> </a:t>
                      </a:r>
                      <a:r>
                        <a:rPr lang="en-US" altLang="ko-KR" sz="1200" b="1" spc="-105" dirty="0">
                          <a:latin typeface="Malgun Gothic"/>
                        </a:rPr>
                        <a:t>[</a:t>
                      </a:r>
                      <a:r>
                        <a:rPr lang="ko-KR" altLang="en-US" sz="1200" b="1" u="none" spc="-105" dirty="0">
                          <a:latin typeface="Malgun Gothic"/>
                        </a:rPr>
                        <a:t>가게 상세 페이지</a:t>
                      </a:r>
                      <a:r>
                        <a:rPr lang="en-US" altLang="ko-KR" sz="1200" b="1" spc="-20" dirty="0">
                          <a:latin typeface="Malgun Gothic"/>
                          <a:cs typeface="Malgun Gothic"/>
                        </a:rPr>
                        <a:t>]</a:t>
                      </a:r>
                      <a:endParaRPr lang="ko-KR" altLang="en-US"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spc="-140" dirty="0">
                          <a:latin typeface="Malgun Gothic"/>
                          <a:cs typeface="Malgun Gothic"/>
                        </a:rPr>
                        <a:t>문서 다음 페이지 참고</a:t>
                      </a:r>
                      <a:r>
                        <a:rPr lang="en-US" altLang="ko-KR" sz="900" b="1" spc="-140" dirty="0">
                          <a:latin typeface="Malgun Gothic"/>
                          <a:cs typeface="Malgun Gothic"/>
                        </a:rPr>
                        <a:t>.</a:t>
                      </a:r>
                      <a:endParaRPr lang="ko-KR" altLang="en-US" sz="9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3110430"/>
                  </a:ext>
                </a:extLst>
              </a:tr>
              <a:tr h="412260">
                <a:tc>
                  <a:txBody>
                    <a:bodyPr/>
                    <a:lstStyle/>
                    <a:p>
                      <a:pPr marL="92075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7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Malgun Gothic"/>
                        </a:rPr>
                        <a:t>10.</a:t>
                      </a:r>
                      <a:r>
                        <a:rPr lang="ko-KR" altLang="en-US" sz="1200" b="1" spc="-75" dirty="0">
                          <a:latin typeface="Malgun Gothic"/>
                        </a:rPr>
                        <a:t> </a:t>
                      </a:r>
                      <a:r>
                        <a:rPr lang="en-US" altLang="ko-KR" sz="1200" b="1" spc="-105" dirty="0">
                          <a:latin typeface="Malgun Gothic"/>
                        </a:rPr>
                        <a:t>[</a:t>
                      </a:r>
                      <a:r>
                        <a:rPr lang="ko-KR" altLang="en-US" sz="1200" b="1" u="sng" spc="-105" dirty="0">
                          <a:latin typeface="Malgun Gothic"/>
                        </a:rPr>
                        <a:t>상품 등록 페이지</a:t>
                      </a:r>
                      <a:r>
                        <a:rPr lang="en-US" altLang="ko-KR" sz="1200" b="1" spc="-20" dirty="0">
                          <a:latin typeface="Malgun Gothic"/>
                          <a:cs typeface="Malgun Gothic"/>
                        </a:rPr>
                        <a:t>]</a:t>
                      </a:r>
                      <a:endParaRPr lang="ko-KR" altLang="en-US"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상품의 기본 정보 입력 후 등록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</a:txBody>
                  <a:tcPr marL="0" marR="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2004748"/>
                  </a:ext>
                </a:extLst>
              </a:tr>
              <a:tr h="412260">
                <a:tc>
                  <a:txBody>
                    <a:bodyPr/>
                    <a:lstStyle/>
                    <a:p>
                      <a:pPr marL="92075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7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Malgun Gothic"/>
                        </a:rPr>
                        <a:t>11.</a:t>
                      </a:r>
                      <a:r>
                        <a:rPr lang="ko-KR" altLang="en-US" sz="1200" b="1" spc="-75" dirty="0">
                          <a:latin typeface="Malgun Gothic"/>
                        </a:rPr>
                        <a:t> </a:t>
                      </a:r>
                      <a:r>
                        <a:rPr lang="en-US" altLang="ko-KR" sz="1200" b="1" spc="-105" dirty="0">
                          <a:latin typeface="Malgun Gothic"/>
                        </a:rPr>
                        <a:t>[</a:t>
                      </a:r>
                      <a:r>
                        <a:rPr lang="ko-KR" altLang="en-US" sz="1200" b="1" u="none" spc="-105" dirty="0">
                          <a:latin typeface="Malgun Gothic"/>
                        </a:rPr>
                        <a:t>상품 상세 페이지</a:t>
                      </a:r>
                      <a:r>
                        <a:rPr lang="en-US" altLang="ko-KR" sz="1200" b="1" spc="-20" dirty="0">
                          <a:latin typeface="Malgun Gothic"/>
                          <a:cs typeface="Malgun Gothic"/>
                        </a:rPr>
                        <a:t>]</a:t>
                      </a:r>
                      <a:endParaRPr lang="ko-KR" altLang="en-US"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spc="-140" dirty="0">
                          <a:latin typeface="Malgun Gothic"/>
                          <a:cs typeface="Malgun Gothic"/>
                        </a:rPr>
                        <a:t>문서 다음 페이지 참고</a:t>
                      </a:r>
                      <a:r>
                        <a:rPr lang="en-US" altLang="ko-KR" sz="900" b="1" spc="-140" dirty="0">
                          <a:latin typeface="Malgun Gothic"/>
                          <a:cs typeface="Malgun Gothic"/>
                        </a:rPr>
                        <a:t>.</a:t>
                      </a:r>
                      <a:endParaRPr lang="ko-KR" altLang="en-US" sz="9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4210256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0829036" y="787813"/>
            <a:ext cx="9436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*</a:t>
            </a:r>
            <a:r>
              <a:rPr sz="1000" spc="-9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155" dirty="0" err="1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담당한</a:t>
            </a:r>
            <a:r>
              <a:rPr sz="1000" spc="-6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160" dirty="0" err="1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화면</a:t>
            </a:r>
            <a:r>
              <a:rPr sz="1000" spc="-8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표시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1668125" y="6419741"/>
            <a:ext cx="231140" cy="21095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pc="-2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</a:p>
        </p:txBody>
      </p:sp>
      <p:graphicFrame>
        <p:nvGraphicFramePr>
          <p:cNvPr id="13" name="object 7">
            <a:extLst>
              <a:ext uri="{FF2B5EF4-FFF2-40B4-BE49-F238E27FC236}">
                <a16:creationId xmlns:a16="http://schemas.microsoft.com/office/drawing/2014/main" id="{DFE97A78-7FE5-8E83-D39D-4CE46D151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121431"/>
              </p:ext>
            </p:extLst>
          </p:nvPr>
        </p:nvGraphicFramePr>
        <p:xfrm>
          <a:off x="415213" y="2534178"/>
          <a:ext cx="5541645" cy="36855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9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683"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b="1" spc="-2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GNB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6096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b="1" spc="-15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항목</a:t>
                      </a:r>
                      <a:r>
                        <a:rPr sz="1100" b="1" spc="-114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b="1" spc="-1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(2depth)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6096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7536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b="1" spc="-15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상세</a:t>
                      </a:r>
                      <a:r>
                        <a:rPr sz="1100" b="1" spc="-114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1100" b="1" spc="-15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설명</a:t>
                      </a:r>
                      <a:r>
                        <a:rPr sz="1100" b="1" spc="-16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b="1" spc="-1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(3depth)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6096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39">
                <a:tc rowSpan="7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lang="en-US" altLang="ko-KR" sz="1200" b="1" dirty="0">
                          <a:latin typeface="Malgun Gothic"/>
                        </a:rPr>
                        <a:t>01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1200" b="1" spc="-7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spc="-10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100" b="1" spc="-10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상단</a:t>
                      </a:r>
                      <a:r>
                        <a:rPr lang="ko-KR" altLang="en-US" sz="1100" b="1" spc="-5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영역</a:t>
                      </a:r>
                      <a:r>
                        <a:rPr lang="en-US" altLang="ko-KR" sz="1200" b="1" spc="-2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홈</a:t>
                      </a:r>
                      <a:r>
                        <a:rPr lang="ko-KR" altLang="en-US" sz="900" spc="-55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 버튼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72000" marB="7200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클릭 시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홈 화면으로 이동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  <a:endParaRPr lang="ko-KR" altLang="en-US"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72000" marB="7200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229">
                <a:tc vMerge="1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9398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lang="ko-KR" altLang="en-US" sz="900" spc="-14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검색</a:t>
                      </a:r>
                      <a:r>
                        <a:rPr lang="ko-KR" altLang="en-US" sz="900" spc="-55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 바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72000" marB="72000"/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검색 화면으로 이동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  <a:endParaRPr lang="ko-KR" altLang="en-US"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72000" marB="72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91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398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192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894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로그인</a:t>
                      </a:r>
                      <a:r>
                        <a:rPr lang="en-US" altLang="ko-KR" sz="900" spc="-120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/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프로필</a:t>
                      </a:r>
                      <a:r>
                        <a:rPr lang="ko-KR" altLang="en-US" sz="900" spc="-55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 버튼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+mn-ea"/>
                        <a:cs typeface="Malgun Gothic"/>
                      </a:endParaRPr>
                    </a:p>
                  </a:txBody>
                  <a:tcPr marL="0" marR="0" marT="72000" marB="7200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lang="ko-KR" altLang="en-US" sz="900" spc="-70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로그인 페이지로 이동</a:t>
                      </a:r>
                      <a:r>
                        <a:rPr lang="en-US" altLang="ko-KR" sz="900" spc="-90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,</a:t>
                      </a:r>
                      <a:r>
                        <a:rPr lang="ko-KR" altLang="en-US" sz="900" spc="-70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 이미</a:t>
                      </a:r>
                      <a:r>
                        <a:rPr lang="ko-KR" altLang="en-US" sz="900" spc="-65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 로그인 한 경우 회원의 프로필 사진을 표시</a:t>
                      </a:r>
                      <a:r>
                        <a:rPr lang="en-US" altLang="ko-KR" sz="900" spc="-65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.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72000" marB="7200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4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192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894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장바구니</a:t>
                      </a:r>
                    </a:p>
                  </a:txBody>
                  <a:tcPr marL="0" marR="0" marT="72000" marB="7200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장바구니 기능 제공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  <a:endParaRPr lang="ko-KR" altLang="en-US"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72000" marB="7200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564911"/>
                  </a:ext>
                </a:extLst>
              </a:tr>
              <a:tr h="3168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192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894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마이페이지</a:t>
                      </a:r>
                    </a:p>
                  </a:txBody>
                  <a:tcPr marL="0" marR="0" marT="72000" marB="7200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프로필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 찜 목록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회원 정보 수정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로그아웃 기능 제공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  <a:endParaRPr lang="ko-KR" altLang="en-US"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72000" marB="7200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0882069"/>
                  </a:ext>
                </a:extLst>
              </a:tr>
              <a:tr h="300389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192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894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지역</a:t>
                      </a:r>
                      <a:r>
                        <a:rPr lang="ko-KR" altLang="en-US" sz="900" spc="-55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 선택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+mn-ea"/>
                        <a:cs typeface="Malgun Gothic"/>
                      </a:endParaRPr>
                    </a:p>
                  </a:txBody>
                  <a:tcPr marL="0" marR="0" marT="72000" marB="720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클릭한 지역의 장터 목록으로 이동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  <a:endParaRPr lang="ko-KR" altLang="en-US"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72000" marB="720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9412852"/>
                  </a:ext>
                </a:extLst>
              </a:tr>
              <a:tr h="245754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카테고리</a:t>
                      </a:r>
                      <a:r>
                        <a:rPr lang="ko-KR" altLang="en-US" sz="900" spc="-55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 선택 영역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72000" marB="720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클릭한 카테고리의 상품 검색 결과 페이지로 이동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  <a:endParaRPr lang="ko-KR" altLang="en-US"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72000" marB="720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58291"/>
                  </a:ext>
                </a:extLst>
              </a:tr>
              <a:tr h="371075"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en-US" altLang="ko-KR" sz="1200" b="1" dirty="0">
                          <a:latin typeface="Malgun Gothic"/>
                          <a:cs typeface="Malgun Gothic"/>
                        </a:rPr>
                        <a:t>02</a:t>
                      </a:r>
                      <a:r>
                        <a:rPr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.</a:t>
                      </a:r>
                      <a:r>
                        <a:rPr sz="1200" b="1" spc="-6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1200" b="1" spc="-10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[</a:t>
                      </a:r>
                      <a:r>
                        <a:rPr lang="ko-KR" altLang="en-US" sz="1100" b="1" spc="-10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홈</a:t>
                      </a:r>
                      <a:r>
                        <a:rPr sz="1200" b="1" spc="-2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]</a:t>
                      </a:r>
                      <a:endParaRPr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11493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192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894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이벤트 배너 영역</a:t>
                      </a:r>
                    </a:p>
                  </a:txBody>
                  <a:tcPr marL="0" marR="0" marT="120014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ko-KR" altLang="en-US" sz="900" spc="-14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해당 기간에 </a:t>
                      </a:r>
                      <a:r>
                        <a:rPr lang="ko-KR" altLang="en-US" sz="900" spc="-55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진행 하는 이벤트 혹은 상품 추천 광고  배너영역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8699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1178">
                <a:tc vMerge="1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endParaRPr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114935" marB="0" anchor="ctr"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상품 목록 영역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113664" marB="0"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① 키워드 별 상품  추천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② 특정 주제 묶음 상품 추천 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: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클릭 시 해당  페이지로 이동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③ 특정 카테고리 묶음 상품 추천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</a:txBody>
                  <a:tcPr marL="0" marR="0" marT="72000" marB="72000"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5892102"/>
                  </a:ext>
                </a:extLst>
              </a:tr>
            </a:tbl>
          </a:graphicData>
        </a:graphic>
      </p:graphicFrame>
      <p:sp>
        <p:nvSpPr>
          <p:cNvPr id="17" name="object 8">
            <a:extLst>
              <a:ext uri="{FF2B5EF4-FFF2-40B4-BE49-F238E27FC236}">
                <a16:creationId xmlns:a16="http://schemas.microsoft.com/office/drawing/2014/main" id="{6ED1FB1B-837A-D594-483C-E66C8AA092A2}"/>
              </a:ext>
            </a:extLst>
          </p:cNvPr>
          <p:cNvSpPr txBox="1"/>
          <p:nvPr/>
        </p:nvSpPr>
        <p:spPr>
          <a:xfrm>
            <a:off x="8601647" y="787813"/>
            <a:ext cx="1592897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*</a:t>
            </a:r>
            <a:r>
              <a:rPr sz="1000" spc="-9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u="sng" spc="-15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밑줄 표시 </a:t>
            </a:r>
            <a:r>
              <a:rPr lang="en-US" altLang="ko-KR" sz="1000" spc="-15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: </a:t>
            </a:r>
            <a:r>
              <a:rPr lang="ko-KR" altLang="en-US" sz="1000" spc="-15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판매자 전용 서비스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19F97CF-2D24-ED0D-F456-E6782879DA48}"/>
              </a:ext>
            </a:extLst>
          </p:cNvPr>
          <p:cNvSpPr/>
          <p:nvPr/>
        </p:nvSpPr>
        <p:spPr>
          <a:xfrm>
            <a:off x="6231001" y="1905000"/>
            <a:ext cx="5541010" cy="685800"/>
          </a:xfrm>
          <a:prstGeom prst="rect">
            <a:avLst/>
          </a:prstGeom>
          <a:solidFill>
            <a:srgbClr val="FF9900">
              <a:alpha val="40000"/>
            </a:srgbClr>
          </a:solidFill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386150F-05D3-6D4D-EF0B-B1CC2D68C0C2}"/>
              </a:ext>
            </a:extLst>
          </p:cNvPr>
          <p:cNvSpPr/>
          <p:nvPr/>
        </p:nvSpPr>
        <p:spPr>
          <a:xfrm>
            <a:off x="6231001" y="4356360"/>
            <a:ext cx="5541010" cy="1708411"/>
          </a:xfrm>
          <a:prstGeom prst="rect">
            <a:avLst/>
          </a:prstGeom>
          <a:solidFill>
            <a:srgbClr val="FF9900">
              <a:alpha val="40000"/>
            </a:srgbClr>
          </a:solidFill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10F38A8C-C812-616D-6874-61DA0B9BA63D}"/>
              </a:ext>
            </a:extLst>
          </p:cNvPr>
          <p:cNvGrpSpPr/>
          <p:nvPr/>
        </p:nvGrpSpPr>
        <p:grpSpPr>
          <a:xfrm>
            <a:off x="10234930" y="783704"/>
            <a:ext cx="553720" cy="179705"/>
            <a:chOff x="10234930" y="783704"/>
            <a:chExt cx="553720" cy="179705"/>
          </a:xfrm>
          <a:noFill/>
        </p:grpSpPr>
        <p:sp>
          <p:nvSpPr>
            <p:cNvPr id="14" name="object 10">
              <a:extLst>
                <a:ext uri="{FF2B5EF4-FFF2-40B4-BE49-F238E27FC236}">
                  <a16:creationId xmlns:a16="http://schemas.microsoft.com/office/drawing/2014/main" id="{CDFEF9E7-EF01-259C-7C36-A91210255B34}"/>
                </a:ext>
              </a:extLst>
            </p:cNvPr>
            <p:cNvSpPr/>
            <p:nvPr/>
          </p:nvSpPr>
          <p:spPr>
            <a:xfrm>
              <a:off x="10244455" y="793229"/>
              <a:ext cx="534670" cy="160655"/>
            </a:xfrm>
            <a:custGeom>
              <a:avLst/>
              <a:gdLst/>
              <a:ahLst/>
              <a:cxnLst/>
              <a:rect l="l" t="t" r="r" b="b"/>
              <a:pathLst>
                <a:path w="534670" h="160655">
                  <a:moveTo>
                    <a:pt x="534149" y="0"/>
                  </a:moveTo>
                  <a:lnTo>
                    <a:pt x="0" y="0"/>
                  </a:lnTo>
                  <a:lnTo>
                    <a:pt x="0" y="160540"/>
                  </a:lnTo>
                  <a:lnTo>
                    <a:pt x="534149" y="160540"/>
                  </a:lnTo>
                  <a:lnTo>
                    <a:pt x="534149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43D250F6-9FA9-C6E6-FD4D-7D189F858B05}"/>
                </a:ext>
              </a:extLst>
            </p:cNvPr>
            <p:cNvSpPr/>
            <p:nvPr/>
          </p:nvSpPr>
          <p:spPr>
            <a:xfrm>
              <a:off x="10244455" y="793229"/>
              <a:ext cx="534670" cy="160655"/>
            </a:xfrm>
            <a:custGeom>
              <a:avLst/>
              <a:gdLst/>
              <a:ahLst/>
              <a:cxnLst/>
              <a:rect l="l" t="t" r="r" b="b"/>
              <a:pathLst>
                <a:path w="534670" h="160655">
                  <a:moveTo>
                    <a:pt x="0" y="160540"/>
                  </a:moveTo>
                  <a:lnTo>
                    <a:pt x="534149" y="160540"/>
                  </a:lnTo>
                  <a:lnTo>
                    <a:pt x="534149" y="0"/>
                  </a:lnTo>
                  <a:lnTo>
                    <a:pt x="0" y="0"/>
                  </a:lnTo>
                  <a:lnTo>
                    <a:pt x="0" y="160540"/>
                  </a:lnTo>
                  <a:close/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D38BB-EC59-A761-0075-3EE79215A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F094BF2-184C-F757-447A-273FBA33D8C2}"/>
              </a:ext>
            </a:extLst>
          </p:cNvPr>
          <p:cNvSpPr txBox="1"/>
          <p:nvPr/>
        </p:nvSpPr>
        <p:spPr>
          <a:xfrm>
            <a:off x="224434" y="209168"/>
            <a:ext cx="2823566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z="2400" b="1" spc="-157" baseline="-5208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햇살장터</a:t>
            </a:r>
            <a:r>
              <a:rPr sz="2400" b="1" spc="-37" baseline="-5208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300" spc="-19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서비스</a:t>
            </a:r>
            <a:r>
              <a:rPr sz="1300" spc="-14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300" spc="-19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기능</a:t>
            </a:r>
            <a:r>
              <a:rPr sz="1300" spc="-13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300" spc="-19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및</a:t>
            </a:r>
            <a:r>
              <a:rPr sz="1300" spc="-14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300" spc="-195" dirty="0" err="1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화면</a:t>
            </a:r>
            <a:r>
              <a:rPr sz="1300" spc="-13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300" spc="-130" dirty="0" err="1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리스트</a:t>
            </a:r>
            <a:r>
              <a:rPr lang="en-US" sz="1300" spc="-13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en-US" altLang="ko-KR" sz="1300" spc="-13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- 2</a:t>
            </a:r>
            <a:endParaRPr lang="en-US" sz="1300" spc="-13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A74A276-EACE-AF6E-1A7E-5E9CB1091F4C}"/>
              </a:ext>
            </a:extLst>
          </p:cNvPr>
          <p:cNvSpPr/>
          <p:nvPr/>
        </p:nvSpPr>
        <p:spPr>
          <a:xfrm>
            <a:off x="0" y="104838"/>
            <a:ext cx="64769" cy="555625"/>
          </a:xfrm>
          <a:custGeom>
            <a:avLst/>
            <a:gdLst/>
            <a:ahLst/>
            <a:cxnLst/>
            <a:rect l="l" t="t" r="r" b="b"/>
            <a:pathLst>
              <a:path w="64769" h="555625">
                <a:moveTo>
                  <a:pt x="64293" y="0"/>
                </a:moveTo>
                <a:lnTo>
                  <a:pt x="0" y="0"/>
                </a:lnTo>
                <a:lnTo>
                  <a:pt x="0" y="555180"/>
                </a:lnTo>
                <a:lnTo>
                  <a:pt x="64293" y="555180"/>
                </a:lnTo>
                <a:lnTo>
                  <a:pt x="642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DEE708F8-2F61-3C77-B2EF-58204CD9F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543885"/>
              </p:ext>
            </p:extLst>
          </p:nvPr>
        </p:nvGraphicFramePr>
        <p:xfrm>
          <a:off x="419354" y="652164"/>
          <a:ext cx="5541645" cy="60609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9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798">
                <a:tc gridSpan="2"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b="1" spc="-25" dirty="0">
                          <a:latin typeface="Malgun Gothic"/>
                          <a:cs typeface="Malgun Gothic"/>
                        </a:rPr>
                        <a:t>GNB</a:t>
                      </a:r>
                      <a:endParaRPr sz="1100" dirty="0">
                        <a:latin typeface="Malgun Gothic"/>
                        <a:cs typeface="Malgun Gothic"/>
                      </a:endParaRPr>
                    </a:p>
                  </a:txBody>
                  <a:tcPr marL="0" marR="0" marT="6096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6096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7536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b="1" spc="-155" dirty="0" err="1">
                          <a:latin typeface="Malgun Gothic"/>
                          <a:cs typeface="Malgun Gothic"/>
                        </a:rPr>
                        <a:t>상세</a:t>
                      </a:r>
                      <a:r>
                        <a:rPr sz="1100" b="1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00" b="1" spc="-155" dirty="0">
                          <a:latin typeface="Malgun Gothic"/>
                          <a:cs typeface="Malgun Gothic"/>
                        </a:rPr>
                        <a:t>설</a:t>
                      </a:r>
                      <a:r>
                        <a:rPr lang="ko-KR" altLang="en-US" sz="1100" b="1" spc="-155" dirty="0">
                          <a:latin typeface="Malgun Gothic"/>
                          <a:cs typeface="Malgun Gothic"/>
                        </a:rPr>
                        <a:t>명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6096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267">
                <a:tc rowSpan="7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lang="en-US" sz="1200" b="1" dirty="0">
                          <a:latin typeface="Malgun Gothic"/>
                          <a:cs typeface="Malgun Gothic"/>
                        </a:rPr>
                        <a:t>6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.</a:t>
                      </a:r>
                      <a:r>
                        <a:rPr sz="1200" b="1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5" dirty="0">
                          <a:latin typeface="Malgun Gothic"/>
                          <a:cs typeface="Malgun Gothic"/>
                        </a:rPr>
                        <a:t>[</a:t>
                      </a:r>
                      <a:r>
                        <a:rPr sz="1200" b="1" spc="-105" dirty="0" err="1">
                          <a:latin typeface="Malgun Gothic"/>
                          <a:cs typeface="Malgun Gothic"/>
                        </a:rPr>
                        <a:t>마이</a:t>
                      </a:r>
                      <a:r>
                        <a:rPr sz="12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 err="1">
                          <a:latin typeface="Malgun Gothic"/>
                          <a:cs typeface="Malgun Gothic"/>
                        </a:rPr>
                        <a:t>페이지</a:t>
                      </a:r>
                      <a:endParaRPr lang="en-US" sz="1200" b="1" spc="-25" dirty="0">
                        <a:latin typeface="Malgun Gothic"/>
                        <a:cs typeface="Malgun Gothic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en-US" sz="1200" b="1" spc="-25" dirty="0">
                          <a:latin typeface="Malgun Gothic"/>
                          <a:cs typeface="Malgun Gothic"/>
                        </a:rPr>
                        <a:t>- </a:t>
                      </a:r>
                      <a:r>
                        <a:rPr lang="ko-KR" altLang="en-US" sz="1200" b="1" spc="-25" dirty="0">
                          <a:latin typeface="Malgun Gothic"/>
                          <a:cs typeface="Malgun Gothic"/>
                        </a:rPr>
                        <a:t>일반</a:t>
                      </a:r>
                      <a:r>
                        <a:rPr lang="en-US" altLang="ko-KR" sz="1200" b="1" spc="-25" dirty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lang="ko-KR" altLang="en-US" sz="1200" b="1" spc="-25" dirty="0">
                          <a:latin typeface="Malgun Gothic"/>
                          <a:cs typeface="Malgun Gothic"/>
                        </a:rPr>
                        <a:t>판매자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]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11493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프로필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7747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소개 글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작성한 후기  나열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8699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32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493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작성한 후기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698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회원이 작성한 후기 나열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7937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329">
                <a:tc vMerge="1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11493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ko-KR" altLang="en-US" sz="900" dirty="0" err="1">
                          <a:latin typeface="Malgun Gothic"/>
                          <a:cs typeface="Malgun Gothic"/>
                        </a:rPr>
                        <a:t>찜한</a:t>
                      </a:r>
                      <a:r>
                        <a:rPr lang="ko-KR" altLang="en-US" sz="900" dirty="0">
                          <a:latin typeface="Malgun Gothic"/>
                          <a:cs typeface="Malgun Gothic"/>
                        </a:rPr>
                        <a:t> 상품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6985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회원이 </a:t>
                      </a:r>
                      <a:r>
                        <a:rPr lang="ko-KR" altLang="en-US" sz="900" spc="-140" dirty="0" err="1">
                          <a:latin typeface="Malgun Gothic"/>
                          <a:cs typeface="Malgun Gothic"/>
                        </a:rPr>
                        <a:t>찜한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 후기 나열</a:t>
                      </a:r>
                      <a:endParaRPr lang="ko-KR" altLang="en-US"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7937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370375"/>
                  </a:ext>
                </a:extLst>
              </a:tr>
              <a:tr h="272329">
                <a:tc vMerge="1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11493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ko-KR" altLang="en-US" sz="900" dirty="0">
                          <a:latin typeface="Malgun Gothic"/>
                          <a:cs typeface="Malgun Gothic"/>
                        </a:rPr>
                        <a:t>결제 중인 상품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6985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회원이 구매 후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수령하지 않은 상품 나열 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 (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직접 수령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택배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)</a:t>
                      </a:r>
                      <a:endParaRPr lang="ko-KR" altLang="en-US"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7937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1938852"/>
                  </a:ext>
                </a:extLst>
              </a:tr>
              <a:tr h="272329">
                <a:tc vMerge="1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11493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ko-KR" altLang="en-US" sz="900" dirty="0">
                          <a:latin typeface="Malgun Gothic"/>
                          <a:cs typeface="Malgun Gothic"/>
                        </a:rPr>
                        <a:t>결제한 상품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6985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6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회원이 구매 후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수령까지 완료한 상품 나열</a:t>
                      </a:r>
                      <a:endParaRPr lang="ko-KR" altLang="en-US"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7937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0395196"/>
                  </a:ext>
                </a:extLst>
              </a:tr>
              <a:tr h="272329">
                <a:tc vMerge="1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11493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ko-KR" altLang="en-US" sz="900" dirty="0">
                          <a:latin typeface="Malgun Gothic"/>
                          <a:cs typeface="Malgun Gothic"/>
                        </a:rPr>
                        <a:t>정보 수정 버튼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6985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6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Malgun Gothic"/>
                          <a:cs typeface="Malgun Gothic"/>
                        </a:rPr>
                        <a:t>회원 정보 수정 페이지로 이동 </a:t>
                      </a:r>
                    </a:p>
                  </a:txBody>
                  <a:tcPr marL="0" marR="0" marT="79375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6655057"/>
                  </a:ext>
                </a:extLst>
              </a:tr>
              <a:tr h="272329">
                <a:tc vMerge="1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11493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ko-KR" altLang="en-US" sz="900" u="sng" dirty="0">
                          <a:latin typeface="Malgun Gothic"/>
                          <a:cs typeface="Malgun Gothic"/>
                        </a:rPr>
                        <a:t>가게 관리 버튼</a:t>
                      </a:r>
                      <a:endParaRPr lang="en-US" altLang="ko-KR" sz="900" u="sng" dirty="0">
                        <a:latin typeface="Malgun Gothic"/>
                        <a:cs typeface="Malgun Gothic"/>
                      </a:endParaRPr>
                    </a:p>
                  </a:txBody>
                  <a:tcPr marL="0" marR="0" marT="69850" marB="7200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6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Malgun Gothic"/>
                          <a:cs typeface="Malgun Gothic"/>
                        </a:rPr>
                        <a:t>가게 관리 상세 페이지로 이동</a:t>
                      </a:r>
                    </a:p>
                  </a:txBody>
                  <a:tcPr marL="0" marR="0" marT="79375" marB="7200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3680395"/>
                  </a:ext>
                </a:extLst>
              </a:tr>
              <a:tr h="272329">
                <a:tc rowSpan="4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lang="en-US" sz="1200" b="1" dirty="0">
                          <a:latin typeface="Malgun Gothic"/>
                          <a:cs typeface="Malgun Gothic"/>
                        </a:rPr>
                        <a:t>9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.</a:t>
                      </a:r>
                      <a:r>
                        <a:rPr sz="1200" b="1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5" dirty="0">
                          <a:latin typeface="Malgun Gothic"/>
                          <a:cs typeface="Malgun Gothic"/>
                        </a:rPr>
                        <a:t>[</a:t>
                      </a:r>
                      <a:r>
                        <a:rPr lang="ko-KR" altLang="en-US" sz="1100" b="1" spc="-105" dirty="0">
                          <a:latin typeface="Malgun Gothic"/>
                          <a:cs typeface="Malgun Gothic"/>
                        </a:rPr>
                        <a:t>가게 상세 페이지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]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11493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프로필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7747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소개 글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가게 상품에 대한 후기  나열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86995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1728266"/>
                  </a:ext>
                </a:extLst>
              </a:tr>
              <a:tr h="27232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493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판매 상품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6985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등록된 상품 나열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79375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1667702"/>
                  </a:ext>
                </a:extLst>
              </a:tr>
              <a:tr h="272329">
                <a:tc vMerge="1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11493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ko-KR" altLang="en-US" sz="900" dirty="0" err="1">
                          <a:latin typeface="Malgun Gothic"/>
                          <a:cs typeface="Malgun Gothic"/>
                        </a:rPr>
                        <a:t>찜한</a:t>
                      </a:r>
                      <a:r>
                        <a:rPr lang="ko-KR" altLang="en-US" sz="900" dirty="0">
                          <a:latin typeface="Malgun Gothic"/>
                          <a:cs typeface="Malgun Gothic"/>
                        </a:rPr>
                        <a:t> 상품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6985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회원이 </a:t>
                      </a:r>
                      <a:r>
                        <a:rPr lang="ko-KR" altLang="en-US" sz="900" spc="-140" dirty="0" err="1">
                          <a:latin typeface="Malgun Gothic"/>
                          <a:cs typeface="Malgun Gothic"/>
                        </a:rPr>
                        <a:t>찜한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 후기 나열</a:t>
                      </a:r>
                      <a:endParaRPr lang="ko-KR" altLang="en-US"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79375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88617258"/>
                  </a:ext>
                </a:extLst>
              </a:tr>
              <a:tr h="272329">
                <a:tc vMerge="1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11493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ko-KR" altLang="en-US" sz="900" dirty="0">
                          <a:latin typeface="Malgun Gothic"/>
                          <a:cs typeface="Malgun Gothic"/>
                        </a:rPr>
                        <a:t>공유</a:t>
                      </a:r>
                      <a:r>
                        <a:rPr lang="en-US" altLang="ko-KR" sz="900" dirty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lang="ko-KR" altLang="en-US" sz="900" u="sng" dirty="0">
                          <a:latin typeface="Malgun Gothic"/>
                          <a:cs typeface="Malgun Gothic"/>
                        </a:rPr>
                        <a:t>상품등록</a:t>
                      </a:r>
                      <a:r>
                        <a:rPr lang="ko-KR" altLang="en-US" sz="900" u="none" dirty="0">
                          <a:latin typeface="Malgun Gothic"/>
                          <a:cs typeface="Malgun Gothic"/>
                        </a:rPr>
                        <a:t> 버튼</a:t>
                      </a:r>
                      <a:endParaRPr sz="900" u="none" dirty="0">
                        <a:latin typeface="Malgun Gothic"/>
                        <a:cs typeface="Malgun Gothic"/>
                      </a:endParaRPr>
                    </a:p>
                  </a:txBody>
                  <a:tcPr marL="0" marR="0" marT="6985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① 공유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: 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해당 가게 링크를 클립보드에 복사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② </a:t>
                      </a:r>
                      <a:r>
                        <a:rPr lang="ko-KR" altLang="en-US" sz="900" u="sng" spc="-140" dirty="0">
                          <a:latin typeface="Malgun Gothic"/>
                          <a:cs typeface="Malgun Gothic"/>
                        </a:rPr>
                        <a:t>상품 등록 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: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상품 등록 페이지로 이동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</a:txBody>
                  <a:tcPr marL="0" marR="0" marT="72000" marB="7200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6798677"/>
                  </a:ext>
                </a:extLst>
              </a:tr>
              <a:tr h="272329"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en-US" altLang="ko-KR" sz="1200" b="1" dirty="0">
                          <a:latin typeface="Malgun Gothic"/>
                          <a:cs typeface="Malgun Gothic"/>
                        </a:rPr>
                        <a:t>10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.</a:t>
                      </a:r>
                      <a:r>
                        <a:rPr lang="ko-KR" altLang="en-US" sz="1200" b="1" spc="-6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lang="en-US" altLang="ko-KR" sz="1200" b="1" spc="-10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[</a:t>
                      </a:r>
                      <a:r>
                        <a:rPr lang="ko-KR" altLang="en-US" sz="1100" b="1" spc="-10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상품 상세 페이지</a:t>
                      </a:r>
                      <a:r>
                        <a:rPr lang="en-US" altLang="ko-KR" sz="1200" b="1" spc="-2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]</a:t>
                      </a:r>
                      <a:endParaRPr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11493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192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894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상단 영역</a:t>
                      </a:r>
                    </a:p>
                  </a:txBody>
                  <a:tcPr marL="0" marR="0" marT="120014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① 상품 이미지 배너 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: 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등록된 상품의 이미지를 배너 영역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② 상품 정보 영역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: 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가게 이름과 상품의 기본 정보 제공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③ 버튼 영역             </a:t>
                      </a:r>
                      <a:r>
                        <a:rPr lang="ko-KR" altLang="en-US" sz="700" spc="-14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en-US" altLang="ko-KR" sz="700" spc="-14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*</a:t>
                      </a:r>
                      <a:r>
                        <a:rPr lang="ko-KR" altLang="en-US" sz="700" spc="-14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밑줄 친 서비스는 판매자에게만 표시 됨</a:t>
                      </a:r>
                      <a:endParaRPr lang="en-US" altLang="ko-KR" sz="700" spc="-14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           -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찜 하기 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: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회원의 찜 목록에 추가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           -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구매하기 버튼 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: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하단 영역으로 스크롤 이동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           - </a:t>
                      </a:r>
                      <a:r>
                        <a:rPr lang="ko-KR" altLang="en-US" sz="900" u="sng" spc="-140" dirty="0">
                          <a:latin typeface="Malgun Gothic"/>
                          <a:cs typeface="Malgun Gothic"/>
                        </a:rPr>
                        <a:t>수정하기 버튼 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: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상품 수정 페이지로 이동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           - </a:t>
                      </a:r>
                      <a:r>
                        <a:rPr lang="ko-KR" altLang="en-US" sz="900" u="sng" spc="-140" dirty="0">
                          <a:latin typeface="Malgun Gothic"/>
                          <a:cs typeface="Malgun Gothic"/>
                        </a:rPr>
                        <a:t>삭제하기 버튼 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: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해당 상품 삭제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</a:txBody>
                  <a:tcPr marL="0" marR="0" marT="86995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375880"/>
                  </a:ext>
                </a:extLst>
              </a:tr>
              <a:tr h="272329">
                <a:tc vMerge="1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endParaRPr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11493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하단 영역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113664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① 상품 상세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 :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상품에 대한 설명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판매자 소개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교환 및 환불 안내  이미지 제공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②  후기 영역 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: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해당 상품의 후기 나열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③ 상품 옵션 영역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           -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가게 정보 영역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: :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간단한 가게 정보 제공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 </a:t>
                      </a: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           -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옵션 영역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: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클릭 시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장바구니에 담기 혹은 구매로 유도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④ 이 상품과 비슷한 상품 영역 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: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동일한 카테고리 상품 나열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</a:txBody>
                  <a:tcPr marL="0" marR="0" marT="72000" marB="7200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2391954"/>
                  </a:ext>
                </a:extLst>
              </a:tr>
            </a:tbl>
          </a:graphicData>
        </a:graphic>
      </p:graphicFrame>
      <p:sp>
        <p:nvSpPr>
          <p:cNvPr id="12" name="object 12">
            <a:extLst>
              <a:ext uri="{FF2B5EF4-FFF2-40B4-BE49-F238E27FC236}">
                <a16:creationId xmlns:a16="http://schemas.microsoft.com/office/drawing/2014/main" id="{69387A13-1978-B713-7E69-36E956480EC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68125" y="6419741"/>
            <a:ext cx="231140" cy="21095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pc="-25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</p:txBody>
      </p:sp>
      <p:graphicFrame>
        <p:nvGraphicFramePr>
          <p:cNvPr id="13" name="object 7">
            <a:extLst>
              <a:ext uri="{FF2B5EF4-FFF2-40B4-BE49-F238E27FC236}">
                <a16:creationId xmlns:a16="http://schemas.microsoft.com/office/drawing/2014/main" id="{CC96EBCF-39DC-66D6-5778-38866FBA2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196363"/>
              </p:ext>
            </p:extLst>
          </p:nvPr>
        </p:nvGraphicFramePr>
        <p:xfrm>
          <a:off x="6231001" y="1069011"/>
          <a:ext cx="5541645" cy="2095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9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723"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b="1" spc="-2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GNB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6096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b="1" spc="-15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항목</a:t>
                      </a:r>
                      <a:r>
                        <a:rPr sz="1100" b="1" spc="-114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b="1" spc="-1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(2depth)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6096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7536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b="1" spc="-15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상세</a:t>
                      </a:r>
                      <a:r>
                        <a:rPr sz="1100" b="1" spc="-114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1100" b="1" spc="-15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설명</a:t>
                      </a:r>
                      <a:r>
                        <a:rPr sz="1100" b="1" spc="-16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b="1" spc="-1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(3depth)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6096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86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en-US" sz="1200" b="1" dirty="0">
                          <a:latin typeface="Malgun Gothic"/>
                          <a:cs typeface="Malgun Gothic"/>
                        </a:rPr>
                        <a:t>12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.</a:t>
                      </a:r>
                      <a:r>
                        <a:rPr sz="1200" b="1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5" dirty="0">
                          <a:latin typeface="Malgun Gothic"/>
                          <a:cs typeface="Malgun Gothic"/>
                        </a:rPr>
                        <a:t>[</a:t>
                      </a:r>
                      <a:r>
                        <a:rPr lang="ko-KR" altLang="en-US" sz="1100" b="1" spc="-105" dirty="0">
                          <a:latin typeface="Malgun Gothic"/>
                          <a:cs typeface="Malgun Gothic"/>
                        </a:rPr>
                        <a:t>장바구니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]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114935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12192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선택한 상품에 대한 개수 조정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제거 기능 제공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</a:p>
                    <a:p>
                      <a:pPr marL="12192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장바구니 초기화 기능 제공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</a:p>
                  </a:txBody>
                  <a:tcPr marL="0" marR="0" marT="77470" marB="7920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86995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074">
                <a:tc rowSpan="4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en-US" altLang="ko-KR" sz="1200" b="1" dirty="0">
                          <a:latin typeface="Malgun Gothic"/>
                          <a:cs typeface="Malgun Gothic"/>
                        </a:rPr>
                        <a:t>13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.</a:t>
                      </a:r>
                      <a:r>
                        <a:rPr lang="ko-KR" altLang="en-US" sz="1200" b="1" spc="-6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lang="en-US" altLang="ko-KR" sz="1200" b="1" spc="-10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[</a:t>
                      </a:r>
                      <a:r>
                        <a:rPr lang="ko-KR" altLang="en-US" sz="1100" b="1" spc="-105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관리자 페이지</a:t>
                      </a:r>
                      <a:r>
                        <a:rPr lang="en-US" altLang="ko-KR" sz="1200" b="1" spc="-2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]</a:t>
                      </a:r>
                      <a:endParaRPr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114935" marB="0" anchor="ctr"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192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894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대시보드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(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홈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+mn-ea"/>
                          <a:cs typeface="Malgun Gothic"/>
                        </a:rPr>
                        <a:t>)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+mn-ea"/>
                        <a:cs typeface="Malgun Gothic"/>
                      </a:endParaRPr>
                    </a:p>
                  </a:txBody>
                  <a:tcPr marL="0" marR="0" marT="120014" marB="0"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202565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회원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가게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신고 목록 확인</a:t>
                      </a:r>
                      <a:endParaRPr lang="ko-KR" altLang="en-US"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86995" marB="0"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074">
                <a:tc vMerge="1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endParaRPr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114935" marB="0" anchor="ctr"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회원 관리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회원 정보 확인 및 상세 조회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수정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</a:p>
                  </a:txBody>
                  <a:tcPr marL="0" marR="0" marT="72000" marB="72000"/>
                </a:tc>
                <a:extLst>
                  <a:ext uri="{0D108BD9-81ED-4DB2-BD59-A6C34878D82A}">
                    <a16:rowId xmlns:a16="http://schemas.microsoft.com/office/drawing/2014/main" val="3815892102"/>
                  </a:ext>
                </a:extLst>
              </a:tr>
              <a:tr h="293074">
                <a:tc vMerge="1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endParaRPr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114935" marB="0" anchor="ctr"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가게 관리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가게 정보 확인 및 상세 조회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수정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</a:p>
                  </a:txBody>
                  <a:tcPr marL="0" marR="0" marT="72000" marB="72000"/>
                </a:tc>
                <a:extLst>
                  <a:ext uri="{0D108BD9-81ED-4DB2-BD59-A6C34878D82A}">
                    <a16:rowId xmlns:a16="http://schemas.microsoft.com/office/drawing/2014/main" val="3448154746"/>
                  </a:ext>
                </a:extLst>
              </a:tr>
              <a:tr h="293074">
                <a:tc vMerge="1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endParaRPr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114935" marB="0" anchor="ctr"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신고 관리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113664" marB="0"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판매자 가입 관리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가게 등록 신청 관리</a:t>
                      </a:r>
                      <a:endParaRPr lang="en-US" altLang="ko-KR" sz="900" spc="-140" dirty="0">
                        <a:latin typeface="Malgun Gothic"/>
                        <a:cs typeface="Malgun Gothic"/>
                      </a:endParaRPr>
                    </a:p>
                    <a:p>
                      <a:pPr marL="20256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900" spc="-140" dirty="0">
                          <a:latin typeface="Malgun Gothic"/>
                          <a:cs typeface="Malgun Gothic"/>
                        </a:rPr>
                        <a:t>일반 신고 상세 조회</a:t>
                      </a:r>
                      <a:r>
                        <a:rPr lang="en-US" altLang="ko-KR" sz="900" spc="-140" dirty="0">
                          <a:latin typeface="Malgun Gothic"/>
                          <a:cs typeface="Malgun Gothic"/>
                        </a:rPr>
                        <a:t>.</a:t>
                      </a:r>
                    </a:p>
                  </a:txBody>
                  <a:tcPr marL="0" marR="0" marT="72000" marB="72000"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61483"/>
                  </a:ext>
                </a:extLst>
              </a:tr>
            </a:tbl>
          </a:graphicData>
        </a:graphic>
      </p:graphicFrame>
      <p:sp>
        <p:nvSpPr>
          <p:cNvPr id="2" name="object 8">
            <a:extLst>
              <a:ext uri="{FF2B5EF4-FFF2-40B4-BE49-F238E27FC236}">
                <a16:creationId xmlns:a16="http://schemas.microsoft.com/office/drawing/2014/main" id="{36E5C6C0-0428-3FC6-B747-6CB97067611E}"/>
              </a:ext>
            </a:extLst>
          </p:cNvPr>
          <p:cNvSpPr txBox="1"/>
          <p:nvPr/>
        </p:nvSpPr>
        <p:spPr>
          <a:xfrm>
            <a:off x="10829036" y="787813"/>
            <a:ext cx="9436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*</a:t>
            </a:r>
            <a:r>
              <a:rPr sz="1000" spc="-9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155" dirty="0" err="1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담당한</a:t>
            </a:r>
            <a:r>
              <a:rPr sz="1000" spc="-6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160" dirty="0" err="1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화면</a:t>
            </a:r>
            <a:r>
              <a:rPr sz="1000" spc="-8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표시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1C2811E9-91E4-E83F-ECC4-2C94B9AF4CB7}"/>
              </a:ext>
            </a:extLst>
          </p:cNvPr>
          <p:cNvGrpSpPr/>
          <p:nvPr/>
        </p:nvGrpSpPr>
        <p:grpSpPr>
          <a:xfrm>
            <a:off x="10234930" y="783704"/>
            <a:ext cx="553720" cy="179705"/>
            <a:chOff x="10234930" y="783704"/>
            <a:chExt cx="553720" cy="179705"/>
          </a:xfrm>
          <a:noFill/>
        </p:grpSpPr>
        <p:sp>
          <p:nvSpPr>
            <p:cNvPr id="14" name="object 10">
              <a:extLst>
                <a:ext uri="{FF2B5EF4-FFF2-40B4-BE49-F238E27FC236}">
                  <a16:creationId xmlns:a16="http://schemas.microsoft.com/office/drawing/2014/main" id="{C4D9F2F2-2334-18E2-2899-4EA53AC0071D}"/>
                </a:ext>
              </a:extLst>
            </p:cNvPr>
            <p:cNvSpPr/>
            <p:nvPr/>
          </p:nvSpPr>
          <p:spPr>
            <a:xfrm>
              <a:off x="10244455" y="793229"/>
              <a:ext cx="534670" cy="160655"/>
            </a:xfrm>
            <a:custGeom>
              <a:avLst/>
              <a:gdLst/>
              <a:ahLst/>
              <a:cxnLst/>
              <a:rect l="l" t="t" r="r" b="b"/>
              <a:pathLst>
                <a:path w="534670" h="160655">
                  <a:moveTo>
                    <a:pt x="534149" y="0"/>
                  </a:moveTo>
                  <a:lnTo>
                    <a:pt x="0" y="0"/>
                  </a:lnTo>
                  <a:lnTo>
                    <a:pt x="0" y="160540"/>
                  </a:lnTo>
                  <a:lnTo>
                    <a:pt x="534149" y="160540"/>
                  </a:lnTo>
                  <a:lnTo>
                    <a:pt x="534149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1F189E55-3AEF-9DD1-2B2F-CA20EB78D39E}"/>
                </a:ext>
              </a:extLst>
            </p:cNvPr>
            <p:cNvSpPr/>
            <p:nvPr/>
          </p:nvSpPr>
          <p:spPr>
            <a:xfrm>
              <a:off x="10244455" y="793229"/>
              <a:ext cx="534670" cy="160655"/>
            </a:xfrm>
            <a:custGeom>
              <a:avLst/>
              <a:gdLst/>
              <a:ahLst/>
              <a:cxnLst/>
              <a:rect l="l" t="t" r="r" b="b"/>
              <a:pathLst>
                <a:path w="534670" h="160655">
                  <a:moveTo>
                    <a:pt x="0" y="160540"/>
                  </a:moveTo>
                  <a:lnTo>
                    <a:pt x="534149" y="160540"/>
                  </a:lnTo>
                  <a:lnTo>
                    <a:pt x="534149" y="0"/>
                  </a:lnTo>
                  <a:lnTo>
                    <a:pt x="0" y="0"/>
                  </a:lnTo>
                  <a:lnTo>
                    <a:pt x="0" y="160540"/>
                  </a:lnTo>
                  <a:close/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6" name="object 8">
            <a:extLst>
              <a:ext uri="{FF2B5EF4-FFF2-40B4-BE49-F238E27FC236}">
                <a16:creationId xmlns:a16="http://schemas.microsoft.com/office/drawing/2014/main" id="{32691E62-6C7E-4442-7FBB-E6A002686F00}"/>
              </a:ext>
            </a:extLst>
          </p:cNvPr>
          <p:cNvSpPr txBox="1"/>
          <p:nvPr/>
        </p:nvSpPr>
        <p:spPr>
          <a:xfrm>
            <a:off x="8601647" y="787813"/>
            <a:ext cx="1592897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*</a:t>
            </a:r>
            <a:r>
              <a:rPr sz="1000" spc="-9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u="sng" spc="-15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밑줄 표시 </a:t>
            </a:r>
            <a:r>
              <a:rPr lang="en-US" altLang="ko-KR" sz="1000" spc="-15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: </a:t>
            </a:r>
            <a:r>
              <a:rPr lang="ko-KR" altLang="en-US" sz="1000" spc="-15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판매자 전용 서비스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17782D-0A1D-5C8B-9150-A61CCF56C445}"/>
              </a:ext>
            </a:extLst>
          </p:cNvPr>
          <p:cNvSpPr/>
          <p:nvPr/>
        </p:nvSpPr>
        <p:spPr>
          <a:xfrm>
            <a:off x="6231636" y="1371601"/>
            <a:ext cx="5541010" cy="457200"/>
          </a:xfrm>
          <a:prstGeom prst="rect">
            <a:avLst/>
          </a:prstGeom>
          <a:solidFill>
            <a:srgbClr val="FF9900">
              <a:alpha val="40000"/>
            </a:srgbClr>
          </a:solidFill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8419B01-FBBC-30C5-055F-FB86DAD4FBF1}"/>
              </a:ext>
            </a:extLst>
          </p:cNvPr>
          <p:cNvSpPr/>
          <p:nvPr/>
        </p:nvSpPr>
        <p:spPr>
          <a:xfrm>
            <a:off x="419989" y="2888050"/>
            <a:ext cx="5541010" cy="3825102"/>
          </a:xfrm>
          <a:prstGeom prst="rect">
            <a:avLst/>
          </a:prstGeom>
          <a:solidFill>
            <a:srgbClr val="FF9900">
              <a:alpha val="40000"/>
            </a:srgbClr>
          </a:solidFill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2385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8647B251-E909-0CB8-6BA5-894241A5315C}"/>
              </a:ext>
            </a:extLst>
          </p:cNvPr>
          <p:cNvCxnSpPr>
            <a:cxnSpLocks/>
            <a:stCxn id="204" idx="3"/>
            <a:endCxn id="207" idx="1"/>
          </p:cNvCxnSpPr>
          <p:nvPr/>
        </p:nvCxnSpPr>
        <p:spPr>
          <a:xfrm flipV="1">
            <a:off x="8229600" y="6280882"/>
            <a:ext cx="1676400" cy="5432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FDA8789E-C398-1324-84CD-0EC6A7DDE4DB}"/>
              </a:ext>
            </a:extLst>
          </p:cNvPr>
          <p:cNvCxnSpPr>
            <a:cxnSpLocks/>
            <a:stCxn id="177" idx="2"/>
            <a:endCxn id="196" idx="0"/>
          </p:cNvCxnSpPr>
          <p:nvPr/>
        </p:nvCxnSpPr>
        <p:spPr>
          <a:xfrm flipH="1">
            <a:off x="5034997" y="6050660"/>
            <a:ext cx="1" cy="46044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9D725BC-57CA-75F0-222B-CB3CF82AFAD4}"/>
              </a:ext>
            </a:extLst>
          </p:cNvPr>
          <p:cNvCxnSpPr>
            <a:cxnSpLocks/>
            <a:stCxn id="176" idx="2"/>
            <a:endCxn id="183" idx="0"/>
          </p:cNvCxnSpPr>
          <p:nvPr/>
        </p:nvCxnSpPr>
        <p:spPr>
          <a:xfrm flipH="1">
            <a:off x="2672797" y="6055933"/>
            <a:ext cx="1" cy="45983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02CDC0A0-A609-63F2-4DC4-F2AF88513165}"/>
              </a:ext>
            </a:extLst>
          </p:cNvPr>
          <p:cNvCxnSpPr>
            <a:cxnSpLocks/>
            <a:stCxn id="173" idx="3"/>
            <a:endCxn id="178" idx="1"/>
          </p:cNvCxnSpPr>
          <p:nvPr/>
        </p:nvCxnSpPr>
        <p:spPr>
          <a:xfrm flipV="1">
            <a:off x="1657565" y="5936236"/>
            <a:ext cx="5196297" cy="376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12D27210-6E3A-2522-87B1-C939605F48A5}"/>
              </a:ext>
            </a:extLst>
          </p:cNvPr>
          <p:cNvCxnSpPr>
            <a:cxnSpLocks/>
          </p:cNvCxnSpPr>
          <p:nvPr/>
        </p:nvCxnSpPr>
        <p:spPr>
          <a:xfrm>
            <a:off x="672217" y="5552250"/>
            <a:ext cx="0" cy="383986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F636C2A4-7783-F05F-5DAD-695499F2B78F}"/>
              </a:ext>
            </a:extLst>
          </p:cNvPr>
          <p:cNvCxnSpPr>
            <a:cxnSpLocks/>
            <a:stCxn id="161" idx="3"/>
            <a:endCxn id="163" idx="1"/>
          </p:cNvCxnSpPr>
          <p:nvPr/>
        </p:nvCxnSpPr>
        <p:spPr>
          <a:xfrm flipV="1">
            <a:off x="6564795" y="5057139"/>
            <a:ext cx="1367462" cy="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6927EA56-3AD8-78CE-2BF8-F581DF990C1C}"/>
              </a:ext>
            </a:extLst>
          </p:cNvPr>
          <p:cNvCxnSpPr>
            <a:cxnSpLocks/>
            <a:stCxn id="145" idx="3"/>
            <a:endCxn id="153" idx="1"/>
          </p:cNvCxnSpPr>
          <p:nvPr/>
        </p:nvCxnSpPr>
        <p:spPr>
          <a:xfrm>
            <a:off x="1669782" y="5057141"/>
            <a:ext cx="2592537" cy="4762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76CF5648-8238-1052-D482-B40A8DEBD894}"/>
              </a:ext>
            </a:extLst>
          </p:cNvPr>
          <p:cNvCxnSpPr>
            <a:cxnSpLocks/>
            <a:stCxn id="73" idx="3"/>
            <a:endCxn id="132" idx="1"/>
          </p:cNvCxnSpPr>
          <p:nvPr/>
        </p:nvCxnSpPr>
        <p:spPr>
          <a:xfrm>
            <a:off x="1678038" y="2645445"/>
            <a:ext cx="503057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B26096A4-C14B-50D0-F17E-7066FD77C651}"/>
              </a:ext>
            </a:extLst>
          </p:cNvPr>
          <p:cNvCxnSpPr>
            <a:cxnSpLocks/>
            <a:stCxn id="78" idx="2"/>
            <a:endCxn id="118" idx="0"/>
          </p:cNvCxnSpPr>
          <p:nvPr/>
        </p:nvCxnSpPr>
        <p:spPr>
          <a:xfrm flipH="1">
            <a:off x="4803459" y="2765142"/>
            <a:ext cx="3170" cy="44447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8E21A6FE-548A-6985-91C8-A8BDBE3C705E}"/>
              </a:ext>
            </a:extLst>
          </p:cNvPr>
          <p:cNvCxnSpPr>
            <a:cxnSpLocks/>
            <a:stCxn id="106" idx="2"/>
            <a:endCxn id="109" idx="0"/>
          </p:cNvCxnSpPr>
          <p:nvPr/>
        </p:nvCxnSpPr>
        <p:spPr>
          <a:xfrm flipH="1">
            <a:off x="2893427" y="1483554"/>
            <a:ext cx="1" cy="4552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8A642C17-2FA2-04AD-F262-45327239B112}"/>
              </a:ext>
            </a:extLst>
          </p:cNvPr>
          <p:cNvCxnSpPr>
            <a:cxnSpLocks/>
            <a:stCxn id="82" idx="2"/>
            <a:endCxn id="102" idx="0"/>
          </p:cNvCxnSpPr>
          <p:nvPr/>
        </p:nvCxnSpPr>
        <p:spPr>
          <a:xfrm flipH="1">
            <a:off x="1138840" y="1483554"/>
            <a:ext cx="1" cy="4552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784B88A7-D023-54E5-C95B-AE79DB5582F5}"/>
              </a:ext>
            </a:extLst>
          </p:cNvPr>
          <p:cNvCxnSpPr>
            <a:cxnSpLocks/>
            <a:stCxn id="76" idx="2"/>
            <a:endCxn id="79" idx="0"/>
          </p:cNvCxnSpPr>
          <p:nvPr/>
        </p:nvCxnSpPr>
        <p:spPr>
          <a:xfrm flipH="1">
            <a:off x="2362282" y="3129757"/>
            <a:ext cx="1" cy="71534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5A48814-C992-EA86-C778-F6545BE2E343}"/>
              </a:ext>
            </a:extLst>
          </p:cNvPr>
          <p:cNvCxnSpPr>
            <a:cxnSpLocks/>
            <a:stCxn id="82" idx="3"/>
            <a:endCxn id="106" idx="1"/>
          </p:cNvCxnSpPr>
          <p:nvPr/>
        </p:nvCxnSpPr>
        <p:spPr>
          <a:xfrm>
            <a:off x="1678038" y="1363857"/>
            <a:ext cx="676192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D626DD8E-25D6-7482-D7CD-12DEE002A913}"/>
              </a:ext>
            </a:extLst>
          </p:cNvPr>
          <p:cNvCxnSpPr>
            <a:cxnSpLocks/>
          </p:cNvCxnSpPr>
          <p:nvPr/>
        </p:nvCxnSpPr>
        <p:spPr>
          <a:xfrm>
            <a:off x="672217" y="953886"/>
            <a:ext cx="0" cy="3841952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4434" y="209168"/>
            <a:ext cx="34696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z="2400" b="1" spc="-157" baseline="-5208" dirty="0">
                <a:latin typeface="Malgun Gothic"/>
                <a:cs typeface="Malgun Gothic"/>
              </a:rPr>
              <a:t>햇살장터</a:t>
            </a:r>
            <a:r>
              <a:rPr sz="2400" b="1" spc="-37" baseline="-5208" dirty="0">
                <a:latin typeface="Malgun Gothic"/>
                <a:cs typeface="Malgun Gothic"/>
              </a:rPr>
              <a:t> </a:t>
            </a:r>
            <a:r>
              <a:rPr sz="1300" spc="-195" dirty="0"/>
              <a:t>메뉴</a:t>
            </a:r>
            <a:r>
              <a:rPr sz="1300" spc="-145" dirty="0"/>
              <a:t> </a:t>
            </a:r>
            <a:r>
              <a:rPr sz="1300" spc="-195" dirty="0"/>
              <a:t>트리</a:t>
            </a:r>
            <a:r>
              <a:rPr sz="1300" spc="-135" dirty="0"/>
              <a:t> </a:t>
            </a:r>
            <a:r>
              <a:rPr sz="1300" dirty="0"/>
              <a:t>(Infromation</a:t>
            </a:r>
            <a:r>
              <a:rPr sz="1300" spc="-114" dirty="0"/>
              <a:t> </a:t>
            </a:r>
            <a:r>
              <a:rPr sz="1300" spc="-10" dirty="0"/>
              <a:t>Architecture)</a:t>
            </a:r>
            <a:endParaRPr sz="1300" dirty="0">
              <a:latin typeface="Malgun Gothic"/>
              <a:cs typeface="Malgun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04838"/>
            <a:ext cx="64769" cy="555625"/>
          </a:xfrm>
          <a:custGeom>
            <a:avLst/>
            <a:gdLst/>
            <a:ahLst/>
            <a:cxnLst/>
            <a:rect l="l" t="t" r="r" b="b"/>
            <a:pathLst>
              <a:path w="64769" h="555625">
                <a:moveTo>
                  <a:pt x="64293" y="0"/>
                </a:moveTo>
                <a:lnTo>
                  <a:pt x="0" y="0"/>
                </a:lnTo>
                <a:lnTo>
                  <a:pt x="0" y="555180"/>
                </a:lnTo>
                <a:lnTo>
                  <a:pt x="64293" y="555180"/>
                </a:lnTo>
                <a:lnTo>
                  <a:pt x="642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592188" y="834188"/>
            <a:ext cx="1085850" cy="239395"/>
          </a:xfrm>
          <a:prstGeom prst="rect">
            <a:avLst/>
          </a:prstGeom>
          <a:solidFill>
            <a:srgbClr val="0D0D0D"/>
          </a:solidFill>
        </p:spPr>
        <p:txBody>
          <a:bodyPr vert="horz" wrap="square" lIns="0" tIns="342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000" b="1" spc="-50" dirty="0">
                <a:solidFill>
                  <a:srgbClr val="FFFFFF"/>
                </a:solidFill>
                <a:latin typeface="Malgun Gothic"/>
                <a:cs typeface="Malgun Gothic"/>
              </a:rPr>
              <a:t>홈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79170" y="5432553"/>
            <a:ext cx="1085850" cy="239395"/>
          </a:xfrm>
          <a:prstGeom prst="rect">
            <a:avLst/>
          </a:prstGeom>
          <a:solidFill>
            <a:srgbClr val="0D0D0D"/>
          </a:solidFill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1000" b="1" spc="-50" dirty="0">
                <a:solidFill>
                  <a:srgbClr val="FFFFFF"/>
                </a:solidFill>
                <a:latin typeface="Malgun Gothic"/>
                <a:cs typeface="Malgun Gothic"/>
              </a:rPr>
              <a:t>홈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43484" y="5410200"/>
            <a:ext cx="3092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5" dirty="0">
                <a:latin typeface="Malgun Gothic"/>
                <a:cs typeface="Malgun Gothic"/>
              </a:rPr>
              <a:t>(관리자)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sldNum" sz="quarter" idx="7"/>
          </p:nvPr>
        </p:nvSpPr>
        <p:spPr>
          <a:xfrm>
            <a:off x="11668125" y="6419741"/>
            <a:ext cx="231140" cy="21095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pc="-25" dirty="0"/>
              <a:t>4</a:t>
            </a:r>
            <a:endParaRPr spc="-25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C41C1E07-DC0C-E9E3-7898-F62C9D588495}"/>
              </a:ext>
            </a:extLst>
          </p:cNvPr>
          <p:cNvSpPr/>
          <p:nvPr/>
        </p:nvSpPr>
        <p:spPr>
          <a:xfrm>
            <a:off x="599643" y="2525747"/>
            <a:ext cx="1078395" cy="2393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 선택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E4F8747B-ED86-0F07-2619-F7E29E3A6105}"/>
              </a:ext>
            </a:extLst>
          </p:cNvPr>
          <p:cNvSpPr/>
          <p:nvPr/>
        </p:nvSpPr>
        <p:spPr>
          <a:xfrm>
            <a:off x="599643" y="2890363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장터 목록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2EFF7369-74E8-A58F-5029-DDB51F77BFDA}"/>
              </a:ext>
            </a:extLst>
          </p:cNvPr>
          <p:cNvSpPr/>
          <p:nvPr/>
        </p:nvSpPr>
        <p:spPr>
          <a:xfrm>
            <a:off x="1823085" y="2890362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가게 목록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0A16F18-CDCB-CB72-0558-E229120EF193}"/>
              </a:ext>
            </a:extLst>
          </p:cNvPr>
          <p:cNvSpPr/>
          <p:nvPr/>
        </p:nvSpPr>
        <p:spPr>
          <a:xfrm>
            <a:off x="4267431" y="2896709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58A0EE7-0FCF-F38D-EDAF-6177A7B97937}"/>
              </a:ext>
            </a:extLst>
          </p:cNvPr>
          <p:cNvSpPr/>
          <p:nvPr/>
        </p:nvSpPr>
        <p:spPr>
          <a:xfrm>
            <a:off x="4267431" y="2525747"/>
            <a:ext cx="1078395" cy="2393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5BB58AD-A999-2449-4C55-4979A65217E8}"/>
              </a:ext>
            </a:extLst>
          </p:cNvPr>
          <p:cNvSpPr/>
          <p:nvPr/>
        </p:nvSpPr>
        <p:spPr>
          <a:xfrm>
            <a:off x="1823084" y="3201291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가게 상세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1569AD97-1CEA-425F-F0DD-8DEFCAB85D01}"/>
              </a:ext>
            </a:extLst>
          </p:cNvPr>
          <p:cNvSpPr/>
          <p:nvPr/>
        </p:nvSpPr>
        <p:spPr>
          <a:xfrm>
            <a:off x="2956368" y="3201291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</a:rPr>
              <a:t>프로필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F7CB543-8BB7-269F-B35A-707CC792A61A}"/>
              </a:ext>
            </a:extLst>
          </p:cNvPr>
          <p:cNvSpPr/>
          <p:nvPr/>
        </p:nvSpPr>
        <p:spPr>
          <a:xfrm>
            <a:off x="2956368" y="3514488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</a:rPr>
              <a:t>상품들 후기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D15B129-7E34-B2D9-08B4-265E2888959F}"/>
              </a:ext>
            </a:extLst>
          </p:cNvPr>
          <p:cNvSpPr/>
          <p:nvPr/>
        </p:nvSpPr>
        <p:spPr>
          <a:xfrm>
            <a:off x="599643" y="1244159"/>
            <a:ext cx="1078395" cy="2393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08F3CE95-67ED-5970-4668-059038F3D431}"/>
              </a:ext>
            </a:extLst>
          </p:cNvPr>
          <p:cNvCxnSpPr>
            <a:cxnSpLocks/>
            <a:stCxn id="75" idx="3"/>
            <a:endCxn id="76" idx="1"/>
          </p:cNvCxnSpPr>
          <p:nvPr/>
        </p:nvCxnSpPr>
        <p:spPr>
          <a:xfrm flipV="1">
            <a:off x="1678038" y="3010060"/>
            <a:ext cx="145047" cy="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5529ECD9-23A3-9681-E7CE-DAA64166B118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>
            <a:off x="1138841" y="2765142"/>
            <a:ext cx="0" cy="12522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F7CD65A8-EE26-1508-4626-B1A11F32204C}"/>
              </a:ext>
            </a:extLst>
          </p:cNvPr>
          <p:cNvSpPr/>
          <p:nvPr/>
        </p:nvSpPr>
        <p:spPr>
          <a:xfrm>
            <a:off x="599643" y="1608774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이메일로 로그인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89343F5-21FE-5CE4-7102-B19C0224BEDB}"/>
              </a:ext>
            </a:extLst>
          </p:cNvPr>
          <p:cNvSpPr/>
          <p:nvPr/>
        </p:nvSpPr>
        <p:spPr>
          <a:xfrm>
            <a:off x="599642" y="1938754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카카오로 로그인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F00E44B3-17C3-C46F-FFA6-2067A240423E}"/>
              </a:ext>
            </a:extLst>
          </p:cNvPr>
          <p:cNvSpPr/>
          <p:nvPr/>
        </p:nvSpPr>
        <p:spPr>
          <a:xfrm>
            <a:off x="2354230" y="1244159"/>
            <a:ext cx="1078395" cy="2393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A7D15621-2388-A33F-DC5F-26A05034F112}"/>
              </a:ext>
            </a:extLst>
          </p:cNvPr>
          <p:cNvSpPr/>
          <p:nvPr/>
        </p:nvSpPr>
        <p:spPr>
          <a:xfrm>
            <a:off x="2354230" y="1592570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 회원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77D920AE-CC19-1953-52F4-1C38A966E8FA}"/>
              </a:ext>
            </a:extLst>
          </p:cNvPr>
          <p:cNvSpPr/>
          <p:nvPr/>
        </p:nvSpPr>
        <p:spPr>
          <a:xfrm>
            <a:off x="2354229" y="1938754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2BB231ED-2063-CDCF-9A12-C761F3C123E4}"/>
              </a:ext>
            </a:extLst>
          </p:cNvPr>
          <p:cNvSpPr/>
          <p:nvPr/>
        </p:nvSpPr>
        <p:spPr>
          <a:xfrm>
            <a:off x="3556919" y="1592570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소셜 회원</a:t>
            </a: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39B286F5-267E-1A1C-CE85-7C050C4C4C36}"/>
              </a:ext>
            </a:extLst>
          </p:cNvPr>
          <p:cNvCxnSpPr>
            <a:cxnSpLocks/>
            <a:stCxn id="108" idx="3"/>
            <a:endCxn id="110" idx="1"/>
          </p:cNvCxnSpPr>
          <p:nvPr/>
        </p:nvCxnSpPr>
        <p:spPr>
          <a:xfrm>
            <a:off x="3432625" y="1712268"/>
            <a:ext cx="12429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86D72186-9A5D-3B78-4B96-D95E99A8C598}"/>
              </a:ext>
            </a:extLst>
          </p:cNvPr>
          <p:cNvSpPr/>
          <p:nvPr/>
        </p:nvSpPr>
        <p:spPr>
          <a:xfrm>
            <a:off x="4264261" y="3209619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04FF5E0F-5EA4-0735-D599-4153E9235430}"/>
              </a:ext>
            </a:extLst>
          </p:cNvPr>
          <p:cNvSpPr/>
          <p:nvPr/>
        </p:nvSpPr>
        <p:spPr>
          <a:xfrm>
            <a:off x="5397545" y="3209619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</a:rPr>
              <a:t>해당 상품 후기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218F8B85-424E-053A-FAD7-11892D4B469D}"/>
              </a:ext>
            </a:extLst>
          </p:cNvPr>
          <p:cNvSpPr/>
          <p:nvPr/>
        </p:nvSpPr>
        <p:spPr>
          <a:xfrm>
            <a:off x="5397545" y="3522816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수정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13833979-5840-3413-AEB7-8769A289DEEF}"/>
              </a:ext>
            </a:extLst>
          </p:cNvPr>
          <p:cNvSpPr/>
          <p:nvPr/>
        </p:nvSpPr>
        <p:spPr>
          <a:xfrm>
            <a:off x="5397545" y="3836013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삭제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A67B08C4-9BB6-9B81-29F9-B1559B93F472}"/>
              </a:ext>
            </a:extLst>
          </p:cNvPr>
          <p:cNvSpPr/>
          <p:nvPr/>
        </p:nvSpPr>
        <p:spPr>
          <a:xfrm>
            <a:off x="592188" y="4556443"/>
            <a:ext cx="1078395" cy="2393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마이 페이지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34A574A4-0091-751C-B8A2-D52B99A00043}"/>
              </a:ext>
            </a:extLst>
          </p:cNvPr>
          <p:cNvSpPr/>
          <p:nvPr/>
        </p:nvSpPr>
        <p:spPr>
          <a:xfrm>
            <a:off x="6708608" y="2525747"/>
            <a:ext cx="1078395" cy="2393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장바구니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E2AFE380-AB2D-E2F2-D897-B8C513453961}"/>
              </a:ext>
            </a:extLst>
          </p:cNvPr>
          <p:cNvSpPr/>
          <p:nvPr/>
        </p:nvSpPr>
        <p:spPr>
          <a:xfrm>
            <a:off x="2955574" y="3826488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u="sng" dirty="0">
                <a:latin typeface="맑은 고딕" panose="020B0503020000020004" pitchFamily="50" charset="-127"/>
              </a:rPr>
              <a:t>가게 정보 수정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D2348800-5EC7-0C4A-F8DA-BA5EAA27E552}"/>
              </a:ext>
            </a:extLst>
          </p:cNvPr>
          <p:cNvSpPr/>
          <p:nvPr/>
        </p:nvSpPr>
        <p:spPr>
          <a:xfrm>
            <a:off x="2955574" y="4138488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u="sng" dirty="0">
                <a:latin typeface="맑은 고딕" panose="020B0503020000020004" pitchFamily="50" charset="-127"/>
              </a:rPr>
              <a:t>상품 등록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C9126402-8747-263F-9C7D-48EDCB5B4B5D}"/>
              </a:ext>
            </a:extLst>
          </p:cNvPr>
          <p:cNvSpPr/>
          <p:nvPr/>
        </p:nvSpPr>
        <p:spPr>
          <a:xfrm>
            <a:off x="6708607" y="2838070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상품 선택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BE4FFB54-0EA1-6FC0-1B66-719E90EF6AD8}"/>
              </a:ext>
            </a:extLst>
          </p:cNvPr>
          <p:cNvSpPr/>
          <p:nvPr/>
        </p:nvSpPr>
        <p:spPr>
          <a:xfrm>
            <a:off x="6705437" y="3152570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제거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259FE962-0CE8-223C-3441-B74F4F17FF99}"/>
              </a:ext>
            </a:extLst>
          </p:cNvPr>
          <p:cNvSpPr/>
          <p:nvPr/>
        </p:nvSpPr>
        <p:spPr>
          <a:xfrm>
            <a:off x="6705437" y="3456110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장바구니 초기화</a:t>
            </a:r>
          </a:p>
        </p:txBody>
      </p:sp>
      <p:sp>
        <p:nvSpPr>
          <p:cNvPr id="143" name="object 8">
            <a:extLst>
              <a:ext uri="{FF2B5EF4-FFF2-40B4-BE49-F238E27FC236}">
                <a16:creationId xmlns:a16="http://schemas.microsoft.com/office/drawing/2014/main" id="{1D540252-67D5-CD8A-9E90-9E77688658F8}"/>
              </a:ext>
            </a:extLst>
          </p:cNvPr>
          <p:cNvSpPr txBox="1"/>
          <p:nvPr/>
        </p:nvSpPr>
        <p:spPr>
          <a:xfrm>
            <a:off x="10287000" y="467572"/>
            <a:ext cx="1592897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*</a:t>
            </a:r>
            <a:r>
              <a:rPr sz="1000" spc="-9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u="sng" spc="-15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밑줄 표시 </a:t>
            </a:r>
            <a:r>
              <a:rPr lang="en-US" altLang="ko-KR" sz="1000" spc="-15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: </a:t>
            </a:r>
            <a:r>
              <a:rPr lang="ko-KR" altLang="en-US" sz="1000" spc="-155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판매자 전용 서비스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4C1F1CFF-3851-CE94-E52B-478545E58B05}"/>
              </a:ext>
            </a:extLst>
          </p:cNvPr>
          <p:cNvSpPr/>
          <p:nvPr/>
        </p:nvSpPr>
        <p:spPr>
          <a:xfrm>
            <a:off x="591387" y="4937443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프로필</a:t>
            </a:r>
          </a:p>
        </p:txBody>
      </p: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B6D2BEF9-B7D8-C771-DD43-C31404554340}"/>
              </a:ext>
            </a:extLst>
          </p:cNvPr>
          <p:cNvCxnSpPr>
            <a:cxnSpLocks/>
            <a:stCxn id="125" idx="2"/>
            <a:endCxn id="145" idx="0"/>
          </p:cNvCxnSpPr>
          <p:nvPr/>
        </p:nvCxnSpPr>
        <p:spPr>
          <a:xfrm flipH="1">
            <a:off x="1130585" y="4795838"/>
            <a:ext cx="801" cy="14160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653AADC1-DB61-E58E-840F-CD2D36B374BE}"/>
              </a:ext>
            </a:extLst>
          </p:cNvPr>
          <p:cNvSpPr/>
          <p:nvPr/>
        </p:nvSpPr>
        <p:spPr>
          <a:xfrm>
            <a:off x="1815031" y="4937443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작성한 후기</a:t>
            </a: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CA940B62-8B28-59C4-A5BC-05D2779F1697}"/>
              </a:ext>
            </a:extLst>
          </p:cNvPr>
          <p:cNvSpPr/>
          <p:nvPr/>
        </p:nvSpPr>
        <p:spPr>
          <a:xfrm>
            <a:off x="3038675" y="4937443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거래 중인 상품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4A30597E-8CAE-5A14-37FC-50D22DE90934}"/>
              </a:ext>
            </a:extLst>
          </p:cNvPr>
          <p:cNvSpPr/>
          <p:nvPr/>
        </p:nvSpPr>
        <p:spPr>
          <a:xfrm>
            <a:off x="4262319" y="4942205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거래 완료 상품</a:t>
            </a: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230F4AD1-E997-8B89-4F16-77E803E32511}"/>
              </a:ext>
            </a:extLst>
          </p:cNvPr>
          <p:cNvSpPr/>
          <p:nvPr/>
        </p:nvSpPr>
        <p:spPr>
          <a:xfrm>
            <a:off x="5486400" y="4560570"/>
            <a:ext cx="1078395" cy="2393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 정보 수정</a:t>
            </a:r>
          </a:p>
        </p:txBody>
      </p: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41A31801-13BE-472B-8748-1AD1E822BB04}"/>
              </a:ext>
            </a:extLst>
          </p:cNvPr>
          <p:cNvCxnSpPr>
            <a:cxnSpLocks/>
            <a:stCxn id="125" idx="3"/>
            <a:endCxn id="157" idx="1"/>
          </p:cNvCxnSpPr>
          <p:nvPr/>
        </p:nvCxnSpPr>
        <p:spPr>
          <a:xfrm>
            <a:off x="1670583" y="4676141"/>
            <a:ext cx="3815817" cy="412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78C478A7-D475-8CBC-520F-D860B15CAC93}"/>
              </a:ext>
            </a:extLst>
          </p:cNvPr>
          <p:cNvSpPr/>
          <p:nvPr/>
        </p:nvSpPr>
        <p:spPr>
          <a:xfrm>
            <a:off x="5486400" y="4937442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프로필 수정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7962E92B-2B6A-5A79-D4AA-395CBECFD48B}"/>
              </a:ext>
            </a:extLst>
          </p:cNvPr>
          <p:cNvSpPr/>
          <p:nvPr/>
        </p:nvSpPr>
        <p:spPr>
          <a:xfrm>
            <a:off x="6705436" y="4937442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계정 수정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CCBE0D22-A5D0-786B-09AC-B95C6267B640}"/>
              </a:ext>
            </a:extLst>
          </p:cNvPr>
          <p:cNvSpPr/>
          <p:nvPr/>
        </p:nvSpPr>
        <p:spPr>
          <a:xfrm>
            <a:off x="7932257" y="4937441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배송지 관리</a:t>
            </a: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6105FF2F-21C9-8487-78BF-B87BA2DE7004}"/>
              </a:ext>
            </a:extLst>
          </p:cNvPr>
          <p:cNvCxnSpPr>
            <a:cxnSpLocks/>
            <a:stCxn id="157" idx="2"/>
            <a:endCxn id="161" idx="0"/>
          </p:cNvCxnSpPr>
          <p:nvPr/>
        </p:nvCxnSpPr>
        <p:spPr>
          <a:xfrm>
            <a:off x="6025598" y="4799965"/>
            <a:ext cx="0" cy="13747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C27E39BE-39A0-E0AF-FFE1-035788D9D11F}"/>
              </a:ext>
            </a:extLst>
          </p:cNvPr>
          <p:cNvSpPr/>
          <p:nvPr/>
        </p:nvSpPr>
        <p:spPr>
          <a:xfrm>
            <a:off x="579170" y="5820299"/>
            <a:ext cx="1078395" cy="2393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</a:t>
            </a: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0CCD59DD-C555-738D-8213-8E41118D0C4D}"/>
              </a:ext>
            </a:extLst>
          </p:cNvPr>
          <p:cNvSpPr/>
          <p:nvPr/>
        </p:nvSpPr>
        <p:spPr>
          <a:xfrm>
            <a:off x="2133600" y="5816538"/>
            <a:ext cx="1078395" cy="2393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 관리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EC70ABD5-EC7B-E121-DBD3-88F69FA67266}"/>
              </a:ext>
            </a:extLst>
          </p:cNvPr>
          <p:cNvSpPr/>
          <p:nvPr/>
        </p:nvSpPr>
        <p:spPr>
          <a:xfrm>
            <a:off x="4495800" y="5811265"/>
            <a:ext cx="1078395" cy="2393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가게 관리</a:t>
            </a: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4F6B566E-37F4-D5D2-805B-70CB40D9506B}"/>
              </a:ext>
            </a:extLst>
          </p:cNvPr>
          <p:cNvSpPr/>
          <p:nvPr/>
        </p:nvSpPr>
        <p:spPr>
          <a:xfrm>
            <a:off x="6853862" y="5816538"/>
            <a:ext cx="1078395" cy="2393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신고 관리</a:t>
            </a: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283F8EC4-B8A7-C0F2-E840-094207CB6947}"/>
              </a:ext>
            </a:extLst>
          </p:cNvPr>
          <p:cNvSpPr/>
          <p:nvPr/>
        </p:nvSpPr>
        <p:spPr>
          <a:xfrm>
            <a:off x="2133600" y="6166153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회원 목록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017B1A44-A371-51F2-3749-70612195BE6E}"/>
              </a:ext>
            </a:extLst>
          </p:cNvPr>
          <p:cNvSpPr/>
          <p:nvPr/>
        </p:nvSpPr>
        <p:spPr>
          <a:xfrm>
            <a:off x="2133599" y="6515768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회원 상세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49EC599A-B1C6-A188-1923-D00718C0E7C6}"/>
              </a:ext>
            </a:extLst>
          </p:cNvPr>
          <p:cNvSpPr/>
          <p:nvPr/>
        </p:nvSpPr>
        <p:spPr>
          <a:xfrm>
            <a:off x="3276600" y="6515768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회원 수정</a:t>
            </a:r>
          </a:p>
        </p:txBody>
      </p: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C148AC4D-5294-5C15-3709-B0535848CB3A}"/>
              </a:ext>
            </a:extLst>
          </p:cNvPr>
          <p:cNvCxnSpPr>
            <a:cxnSpLocks/>
            <a:stCxn id="183" idx="3"/>
            <a:endCxn id="186" idx="1"/>
          </p:cNvCxnSpPr>
          <p:nvPr/>
        </p:nvCxnSpPr>
        <p:spPr>
          <a:xfrm>
            <a:off x="3211994" y="6635466"/>
            <a:ext cx="6460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9A13F4FF-C17C-EB1A-A48E-C81E5F9A2335}"/>
              </a:ext>
            </a:extLst>
          </p:cNvPr>
          <p:cNvSpPr/>
          <p:nvPr/>
        </p:nvSpPr>
        <p:spPr>
          <a:xfrm>
            <a:off x="4495800" y="6161490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가게 목록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8088183E-E0B6-2C4A-0475-011CCDE9EBE3}"/>
              </a:ext>
            </a:extLst>
          </p:cNvPr>
          <p:cNvSpPr/>
          <p:nvPr/>
        </p:nvSpPr>
        <p:spPr>
          <a:xfrm>
            <a:off x="4495799" y="6511105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가게 상세</a:t>
            </a: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C000A023-45EF-87C4-D5A5-70E322EAD8C0}"/>
              </a:ext>
            </a:extLst>
          </p:cNvPr>
          <p:cNvSpPr/>
          <p:nvPr/>
        </p:nvSpPr>
        <p:spPr>
          <a:xfrm>
            <a:off x="5638800" y="6511105"/>
            <a:ext cx="1078395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가게 수정</a:t>
            </a:r>
          </a:p>
        </p:txBody>
      </p: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9A529015-B669-9B0C-04DA-4239F72A8BA4}"/>
              </a:ext>
            </a:extLst>
          </p:cNvPr>
          <p:cNvCxnSpPr>
            <a:cxnSpLocks/>
            <a:stCxn id="196" idx="3"/>
            <a:endCxn id="197" idx="1"/>
          </p:cNvCxnSpPr>
          <p:nvPr/>
        </p:nvCxnSpPr>
        <p:spPr>
          <a:xfrm>
            <a:off x="5574194" y="6630803"/>
            <a:ext cx="6460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ABFEFF48-AB8B-53B1-CEF4-D0015E32EB1C}"/>
              </a:ext>
            </a:extLst>
          </p:cNvPr>
          <p:cNvSpPr/>
          <p:nvPr/>
        </p:nvSpPr>
        <p:spPr>
          <a:xfrm>
            <a:off x="6858000" y="6166616"/>
            <a:ext cx="1371600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가입 신청 관리</a:t>
            </a: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771914A3-46AD-517D-DEE7-25CD77FF2E22}"/>
              </a:ext>
            </a:extLst>
          </p:cNvPr>
          <p:cNvSpPr/>
          <p:nvPr/>
        </p:nvSpPr>
        <p:spPr>
          <a:xfrm>
            <a:off x="8382000" y="6161490"/>
            <a:ext cx="1371600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가게 등록 신청 관리</a:t>
            </a: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004B403F-F285-36EC-BEFA-23CE8424041B}"/>
              </a:ext>
            </a:extLst>
          </p:cNvPr>
          <p:cNvSpPr/>
          <p:nvPr/>
        </p:nvSpPr>
        <p:spPr>
          <a:xfrm>
            <a:off x="9906000" y="6161184"/>
            <a:ext cx="1371600" cy="2393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신고 내역 조회</a:t>
            </a:r>
          </a:p>
        </p:txBody>
      </p: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C3B704A6-5DAE-680A-9125-7888E0D34FAE}"/>
              </a:ext>
            </a:extLst>
          </p:cNvPr>
          <p:cNvCxnSpPr>
            <a:cxnSpLocks/>
            <a:stCxn id="178" idx="2"/>
          </p:cNvCxnSpPr>
          <p:nvPr/>
        </p:nvCxnSpPr>
        <p:spPr>
          <a:xfrm>
            <a:off x="7393060" y="6055933"/>
            <a:ext cx="0" cy="11797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72475" y="0"/>
            <a:ext cx="3819525" cy="6858000"/>
            <a:chOff x="8372475" y="0"/>
            <a:chExt cx="3819525" cy="6858000"/>
          </a:xfrm>
        </p:grpSpPr>
        <p:sp>
          <p:nvSpPr>
            <p:cNvPr id="3" name="object 3"/>
            <p:cNvSpPr/>
            <p:nvPr/>
          </p:nvSpPr>
          <p:spPr>
            <a:xfrm>
              <a:off x="8372475" y="0"/>
              <a:ext cx="3819525" cy="6858000"/>
            </a:xfrm>
            <a:custGeom>
              <a:avLst/>
              <a:gdLst/>
              <a:ahLst/>
              <a:cxnLst/>
              <a:rect l="l" t="t" r="r" b="b"/>
              <a:pathLst>
                <a:path w="3819525" h="6858000">
                  <a:moveTo>
                    <a:pt x="38195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819525" y="6858000"/>
                  </a:lnTo>
                  <a:lnTo>
                    <a:pt x="381952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8848725" y="1550073"/>
              <a:ext cx="2682875" cy="154305"/>
            </a:xfrm>
            <a:custGeom>
              <a:avLst/>
              <a:gdLst/>
              <a:ahLst/>
              <a:cxnLst/>
              <a:rect l="l" t="t" r="r" b="b"/>
              <a:pathLst>
                <a:path w="2682875" h="154305">
                  <a:moveTo>
                    <a:pt x="2682494" y="0"/>
                  </a:moveTo>
                  <a:lnTo>
                    <a:pt x="0" y="0"/>
                  </a:lnTo>
                  <a:lnTo>
                    <a:pt x="0" y="153885"/>
                  </a:lnTo>
                  <a:lnTo>
                    <a:pt x="2682494" y="153885"/>
                  </a:lnTo>
                  <a:lnTo>
                    <a:pt x="2682494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833231" y="1415923"/>
            <a:ext cx="26828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85" dirty="0">
                <a:latin typeface="Malgun Gothic"/>
                <a:cs typeface="Malgun Gothic"/>
              </a:rPr>
              <a:t>1.</a:t>
            </a:r>
            <a:r>
              <a:rPr lang="en-US" sz="1400" b="1" spc="85" dirty="0">
                <a:latin typeface="Malgun Gothic"/>
                <a:cs typeface="Malgun Gothic"/>
              </a:rPr>
              <a:t> </a:t>
            </a:r>
            <a:r>
              <a:rPr lang="ko-KR" altLang="en-US" sz="1400" b="1" spc="-135" dirty="0">
                <a:latin typeface="Malgun Gothic"/>
                <a:cs typeface="Malgun Gothic"/>
              </a:rPr>
              <a:t>장터</a:t>
            </a:r>
            <a:r>
              <a:rPr lang="en-US" altLang="ko-KR" sz="1400" b="1" spc="-135" dirty="0">
                <a:latin typeface="Malgun Gothic"/>
                <a:cs typeface="Malgun Gothic"/>
              </a:rPr>
              <a:t>, </a:t>
            </a:r>
            <a:r>
              <a:rPr lang="ko-KR" altLang="en-US" sz="1400" b="1" spc="-135" dirty="0">
                <a:latin typeface="Malgun Gothic"/>
                <a:cs typeface="Malgun Gothic"/>
              </a:rPr>
              <a:t>가게</a:t>
            </a:r>
            <a:r>
              <a:rPr lang="ko-KR" altLang="en-US" sz="1400" b="1" spc="-100" dirty="0">
                <a:latin typeface="Malgun Gothic"/>
                <a:cs typeface="Malgun Gothic"/>
              </a:rPr>
              <a:t> </a:t>
            </a:r>
            <a:r>
              <a:rPr lang="ko-KR" altLang="en-US" sz="1400" b="1" spc="-140" dirty="0">
                <a:latin typeface="Malgun Gothic"/>
                <a:cs typeface="Malgun Gothic"/>
              </a:rPr>
              <a:t>목록</a:t>
            </a:r>
            <a:r>
              <a:rPr lang="ko-KR" altLang="en-US" sz="1400" b="1" spc="-114" dirty="0">
                <a:latin typeface="Malgun Gothic"/>
                <a:cs typeface="Malgun Gothic"/>
              </a:rPr>
              <a:t> </a:t>
            </a:r>
            <a:r>
              <a:rPr lang="ko-KR" altLang="en-US" sz="1400" b="1" spc="-140" dirty="0">
                <a:latin typeface="Malgun Gothic"/>
                <a:cs typeface="Malgun Gothic"/>
              </a:rPr>
              <a:t>페이지</a:t>
            </a:r>
            <a:r>
              <a:rPr lang="ko-KR" altLang="en-US" sz="1400" b="1" spc="-105" dirty="0">
                <a:latin typeface="Malgun Gothic"/>
                <a:cs typeface="Malgun Gothic"/>
              </a:rPr>
              <a:t> </a:t>
            </a:r>
            <a:r>
              <a:rPr lang="ko-KR" altLang="en-US" sz="1400" b="1" spc="-25" dirty="0">
                <a:latin typeface="Malgun Gothic"/>
                <a:cs typeface="Malgun Gothic"/>
              </a:rPr>
              <a:t>설명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33231" y="1808200"/>
            <a:ext cx="2612390" cy="1127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지역에 따른 장터들의 목록과 해당 장터에 소속된 가게 목록을 조회하는 페이지입니다</a:t>
            </a:r>
            <a:r>
              <a:rPr lang="en-US" altLang="ko-KR" sz="1100" spc="-160" dirty="0">
                <a:latin typeface="Malgun Gothic"/>
                <a:cs typeface="Malgun Gothic"/>
              </a:rPr>
              <a:t>.          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조회된 가게들은 필터링으로 추가 조회가 </a:t>
            </a:r>
            <a:endParaRPr lang="en-US" altLang="ko-KR" sz="1100" spc="-16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가능합니다</a:t>
            </a:r>
            <a:r>
              <a:rPr lang="en-US" altLang="ko-KR" sz="1100" spc="-160" dirty="0">
                <a:latin typeface="Malgun Gothic"/>
                <a:cs typeface="Malgun Gothic"/>
              </a:rPr>
              <a:t>. (</a:t>
            </a:r>
            <a:r>
              <a:rPr lang="ko-KR" altLang="en-US" sz="1100" spc="-160" dirty="0">
                <a:latin typeface="Malgun Gothic"/>
                <a:cs typeface="Malgun Gothic"/>
              </a:rPr>
              <a:t>카테고리</a:t>
            </a:r>
            <a:r>
              <a:rPr lang="en-US" altLang="ko-KR" sz="1100" spc="-160" dirty="0">
                <a:latin typeface="Malgun Gothic"/>
                <a:cs typeface="Malgun Gothic"/>
              </a:rPr>
              <a:t>, </a:t>
            </a:r>
            <a:r>
              <a:rPr lang="ko-KR" altLang="en-US" sz="1100" spc="-160" dirty="0">
                <a:latin typeface="Malgun Gothic"/>
                <a:cs typeface="Malgun Gothic"/>
              </a:rPr>
              <a:t>영업 중인 가게만 보기</a:t>
            </a:r>
            <a:r>
              <a:rPr lang="en-US" altLang="ko-KR" sz="1100" spc="-160" dirty="0">
                <a:latin typeface="Malgun Gothic"/>
                <a:cs typeface="Malgun Gothic"/>
              </a:rPr>
              <a:t>)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endParaRPr sz="1100" dirty="0">
              <a:latin typeface="Malgun Gothic"/>
              <a:cs typeface="Malgun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10453" y="1660906"/>
            <a:ext cx="1390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B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890640" y="4274311"/>
            <a:ext cx="1485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D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xfrm>
            <a:off x="11668125" y="6419741"/>
            <a:ext cx="231140" cy="21095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pc="-25" dirty="0"/>
              <a:t>5</a:t>
            </a:r>
            <a:endParaRPr spc="-25" dirty="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32B9D07A-A0A1-A172-0241-16E2784A0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88" y="0"/>
            <a:ext cx="7445157" cy="6858000"/>
          </a:xfrm>
          <a:prstGeom prst="rect">
            <a:avLst/>
          </a:prstGeom>
        </p:spPr>
      </p:pic>
      <p:sp>
        <p:nvSpPr>
          <p:cNvPr id="42" name="object 6">
            <a:extLst>
              <a:ext uri="{FF2B5EF4-FFF2-40B4-BE49-F238E27FC236}">
                <a16:creationId xmlns:a16="http://schemas.microsoft.com/office/drawing/2014/main" id="{6C302F66-BDAB-DAED-6E6E-76425CEFEB5C}"/>
              </a:ext>
            </a:extLst>
          </p:cNvPr>
          <p:cNvSpPr txBox="1"/>
          <p:nvPr/>
        </p:nvSpPr>
        <p:spPr>
          <a:xfrm>
            <a:off x="8833231" y="3194905"/>
            <a:ext cx="2612390" cy="12379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헤더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지역 선택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장터 목록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필터링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조회된 가게 목록 영역</a:t>
            </a:r>
            <a:endParaRPr sz="1200" b="1" dirty="0">
              <a:latin typeface="Malgun Gothic"/>
              <a:cs typeface="Malgun Gothic"/>
            </a:endParaRPr>
          </a:p>
        </p:txBody>
      </p:sp>
      <p:grpSp>
        <p:nvGrpSpPr>
          <p:cNvPr id="53" name="object 31">
            <a:extLst>
              <a:ext uri="{FF2B5EF4-FFF2-40B4-BE49-F238E27FC236}">
                <a16:creationId xmlns:a16="http://schemas.microsoft.com/office/drawing/2014/main" id="{F628DF26-49FE-CDC0-23AC-8C53AEDB9764}"/>
              </a:ext>
            </a:extLst>
          </p:cNvPr>
          <p:cNvGrpSpPr/>
          <p:nvPr/>
        </p:nvGrpSpPr>
        <p:grpSpPr>
          <a:xfrm>
            <a:off x="7141463" y="42038"/>
            <a:ext cx="638810" cy="333375"/>
            <a:chOff x="5492241" y="2515870"/>
            <a:chExt cx="638810" cy="333375"/>
          </a:xfrm>
          <a:solidFill>
            <a:schemeClr val="accent6">
              <a:lumMod val="75000"/>
            </a:schemeClr>
          </a:solidFill>
        </p:grpSpPr>
        <p:sp>
          <p:nvSpPr>
            <p:cNvPr id="54" name="object 32">
              <a:extLst>
                <a:ext uri="{FF2B5EF4-FFF2-40B4-BE49-F238E27FC236}">
                  <a16:creationId xmlns:a16="http://schemas.microsoft.com/office/drawing/2014/main" id="{53B43090-2393-91DE-C67D-FAF2C8E71CD2}"/>
                </a:ext>
              </a:extLst>
            </p:cNvPr>
            <p:cNvSpPr/>
            <p:nvPr/>
          </p:nvSpPr>
          <p:spPr>
            <a:xfrm>
              <a:off x="5501766" y="2682621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33">
              <a:extLst>
                <a:ext uri="{FF2B5EF4-FFF2-40B4-BE49-F238E27FC236}">
                  <a16:creationId xmlns:a16="http://schemas.microsoft.com/office/drawing/2014/main" id="{97426044-7E87-589C-6DF0-F3BE3FBE59E3}"/>
                </a:ext>
              </a:extLst>
            </p:cNvPr>
            <p:cNvSpPr/>
            <p:nvPr/>
          </p:nvSpPr>
          <p:spPr>
            <a:xfrm>
              <a:off x="5797168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34">
            <a:extLst>
              <a:ext uri="{FF2B5EF4-FFF2-40B4-BE49-F238E27FC236}">
                <a16:creationId xmlns:a16="http://schemas.microsoft.com/office/drawing/2014/main" id="{A51AF050-CBD0-5021-09FE-894E3C9A3EEA}"/>
              </a:ext>
            </a:extLst>
          </p:cNvPr>
          <p:cNvSpPr txBox="1"/>
          <p:nvPr/>
        </p:nvSpPr>
        <p:spPr>
          <a:xfrm>
            <a:off x="7543800" y="76200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A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57" name="object 31">
            <a:extLst>
              <a:ext uri="{FF2B5EF4-FFF2-40B4-BE49-F238E27FC236}">
                <a16:creationId xmlns:a16="http://schemas.microsoft.com/office/drawing/2014/main" id="{1B85D13E-9C2F-732B-C19C-62973387B7E2}"/>
              </a:ext>
            </a:extLst>
          </p:cNvPr>
          <p:cNvGrpSpPr/>
          <p:nvPr/>
        </p:nvGrpSpPr>
        <p:grpSpPr>
          <a:xfrm>
            <a:off x="7108040" y="601092"/>
            <a:ext cx="638810" cy="333375"/>
            <a:chOff x="5492241" y="2515870"/>
            <a:chExt cx="638810" cy="333375"/>
          </a:xfrm>
          <a:solidFill>
            <a:schemeClr val="accent6">
              <a:lumMod val="75000"/>
            </a:schemeClr>
          </a:solidFill>
        </p:grpSpPr>
        <p:sp>
          <p:nvSpPr>
            <p:cNvPr id="58" name="object 32">
              <a:extLst>
                <a:ext uri="{FF2B5EF4-FFF2-40B4-BE49-F238E27FC236}">
                  <a16:creationId xmlns:a16="http://schemas.microsoft.com/office/drawing/2014/main" id="{CA6DE57C-303F-C26B-B103-6A292480FAE0}"/>
                </a:ext>
              </a:extLst>
            </p:cNvPr>
            <p:cNvSpPr/>
            <p:nvPr/>
          </p:nvSpPr>
          <p:spPr>
            <a:xfrm>
              <a:off x="5501766" y="2682621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33">
              <a:extLst>
                <a:ext uri="{FF2B5EF4-FFF2-40B4-BE49-F238E27FC236}">
                  <a16:creationId xmlns:a16="http://schemas.microsoft.com/office/drawing/2014/main" id="{9C5A095C-1C3A-61BC-7A23-DFC10BB31BCC}"/>
                </a:ext>
              </a:extLst>
            </p:cNvPr>
            <p:cNvSpPr/>
            <p:nvPr/>
          </p:nvSpPr>
          <p:spPr>
            <a:xfrm>
              <a:off x="5797168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34">
            <a:extLst>
              <a:ext uri="{FF2B5EF4-FFF2-40B4-BE49-F238E27FC236}">
                <a16:creationId xmlns:a16="http://schemas.microsoft.com/office/drawing/2014/main" id="{ED22FF9D-408E-859A-540D-E8BBA1AFD0FF}"/>
              </a:ext>
            </a:extLst>
          </p:cNvPr>
          <p:cNvSpPr txBox="1"/>
          <p:nvPr/>
        </p:nvSpPr>
        <p:spPr>
          <a:xfrm>
            <a:off x="7510377" y="635254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B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61" name="object 31">
            <a:extLst>
              <a:ext uri="{FF2B5EF4-FFF2-40B4-BE49-F238E27FC236}">
                <a16:creationId xmlns:a16="http://schemas.microsoft.com/office/drawing/2014/main" id="{134557C7-2FED-D33E-F89E-9F5F5C8FFE38}"/>
              </a:ext>
            </a:extLst>
          </p:cNvPr>
          <p:cNvGrpSpPr/>
          <p:nvPr/>
        </p:nvGrpSpPr>
        <p:grpSpPr>
          <a:xfrm>
            <a:off x="6831987" y="1067056"/>
            <a:ext cx="638810" cy="333375"/>
            <a:chOff x="5492241" y="2515870"/>
            <a:chExt cx="638810" cy="333375"/>
          </a:xfrm>
          <a:solidFill>
            <a:schemeClr val="accent6">
              <a:lumMod val="75000"/>
            </a:schemeClr>
          </a:solidFill>
        </p:grpSpPr>
        <p:sp>
          <p:nvSpPr>
            <p:cNvPr id="62" name="object 32">
              <a:extLst>
                <a:ext uri="{FF2B5EF4-FFF2-40B4-BE49-F238E27FC236}">
                  <a16:creationId xmlns:a16="http://schemas.microsoft.com/office/drawing/2014/main" id="{3F433357-56B4-B369-5E2A-04901E8108B1}"/>
                </a:ext>
              </a:extLst>
            </p:cNvPr>
            <p:cNvSpPr/>
            <p:nvPr/>
          </p:nvSpPr>
          <p:spPr>
            <a:xfrm>
              <a:off x="5501766" y="2682621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33">
              <a:extLst>
                <a:ext uri="{FF2B5EF4-FFF2-40B4-BE49-F238E27FC236}">
                  <a16:creationId xmlns:a16="http://schemas.microsoft.com/office/drawing/2014/main" id="{19F3E55F-E00F-F73D-3102-C26E85298C8A}"/>
                </a:ext>
              </a:extLst>
            </p:cNvPr>
            <p:cNvSpPr/>
            <p:nvPr/>
          </p:nvSpPr>
          <p:spPr>
            <a:xfrm>
              <a:off x="5797168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34">
            <a:extLst>
              <a:ext uri="{FF2B5EF4-FFF2-40B4-BE49-F238E27FC236}">
                <a16:creationId xmlns:a16="http://schemas.microsoft.com/office/drawing/2014/main" id="{1A8A3F18-85DF-B2B6-5367-08E423254218}"/>
              </a:ext>
            </a:extLst>
          </p:cNvPr>
          <p:cNvSpPr txBox="1"/>
          <p:nvPr/>
        </p:nvSpPr>
        <p:spPr>
          <a:xfrm>
            <a:off x="7234324" y="1101218"/>
            <a:ext cx="140335" cy="2393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C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65" name="object 31">
            <a:extLst>
              <a:ext uri="{FF2B5EF4-FFF2-40B4-BE49-F238E27FC236}">
                <a16:creationId xmlns:a16="http://schemas.microsoft.com/office/drawing/2014/main" id="{4C8AF893-86E4-6F6C-0DA3-EEBEAC5E920E}"/>
              </a:ext>
            </a:extLst>
          </p:cNvPr>
          <p:cNvGrpSpPr/>
          <p:nvPr/>
        </p:nvGrpSpPr>
        <p:grpSpPr>
          <a:xfrm>
            <a:off x="2874263" y="1330507"/>
            <a:ext cx="638810" cy="333375"/>
            <a:chOff x="5492241" y="2515870"/>
            <a:chExt cx="638810" cy="333375"/>
          </a:xfrm>
          <a:solidFill>
            <a:schemeClr val="accent6">
              <a:lumMod val="75000"/>
            </a:schemeClr>
          </a:solidFill>
        </p:grpSpPr>
        <p:sp>
          <p:nvSpPr>
            <p:cNvPr id="66" name="object 32">
              <a:extLst>
                <a:ext uri="{FF2B5EF4-FFF2-40B4-BE49-F238E27FC236}">
                  <a16:creationId xmlns:a16="http://schemas.microsoft.com/office/drawing/2014/main" id="{7CB2AC57-BEEE-A37E-8601-E337EE05B717}"/>
                </a:ext>
              </a:extLst>
            </p:cNvPr>
            <p:cNvSpPr/>
            <p:nvPr/>
          </p:nvSpPr>
          <p:spPr>
            <a:xfrm>
              <a:off x="5501766" y="2682621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33">
              <a:extLst>
                <a:ext uri="{FF2B5EF4-FFF2-40B4-BE49-F238E27FC236}">
                  <a16:creationId xmlns:a16="http://schemas.microsoft.com/office/drawing/2014/main" id="{9D1CD50A-C8B1-D701-C87B-09C4008C8E02}"/>
                </a:ext>
              </a:extLst>
            </p:cNvPr>
            <p:cNvSpPr/>
            <p:nvPr/>
          </p:nvSpPr>
          <p:spPr>
            <a:xfrm>
              <a:off x="5797168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34">
            <a:extLst>
              <a:ext uri="{FF2B5EF4-FFF2-40B4-BE49-F238E27FC236}">
                <a16:creationId xmlns:a16="http://schemas.microsoft.com/office/drawing/2014/main" id="{B5863458-AA96-7823-DAF2-D758B5C33644}"/>
              </a:ext>
            </a:extLst>
          </p:cNvPr>
          <p:cNvSpPr txBox="1"/>
          <p:nvPr/>
        </p:nvSpPr>
        <p:spPr>
          <a:xfrm>
            <a:off x="3276600" y="1364669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D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73" name="object 31">
            <a:extLst>
              <a:ext uri="{FF2B5EF4-FFF2-40B4-BE49-F238E27FC236}">
                <a16:creationId xmlns:a16="http://schemas.microsoft.com/office/drawing/2014/main" id="{3C9215BE-993C-90B6-9B90-03882A09CA07}"/>
              </a:ext>
            </a:extLst>
          </p:cNvPr>
          <p:cNvGrpSpPr/>
          <p:nvPr/>
        </p:nvGrpSpPr>
        <p:grpSpPr>
          <a:xfrm>
            <a:off x="7224395" y="4034808"/>
            <a:ext cx="638810" cy="333375"/>
            <a:chOff x="5492241" y="2515870"/>
            <a:chExt cx="638810" cy="333375"/>
          </a:xfrm>
          <a:solidFill>
            <a:schemeClr val="accent6">
              <a:lumMod val="75000"/>
            </a:schemeClr>
          </a:solidFill>
        </p:grpSpPr>
        <p:sp>
          <p:nvSpPr>
            <p:cNvPr id="74" name="object 32">
              <a:extLst>
                <a:ext uri="{FF2B5EF4-FFF2-40B4-BE49-F238E27FC236}">
                  <a16:creationId xmlns:a16="http://schemas.microsoft.com/office/drawing/2014/main" id="{291F1954-093B-BC31-79AB-8FDD5C4F1A7C}"/>
                </a:ext>
              </a:extLst>
            </p:cNvPr>
            <p:cNvSpPr/>
            <p:nvPr/>
          </p:nvSpPr>
          <p:spPr>
            <a:xfrm>
              <a:off x="5501766" y="2682621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33">
              <a:extLst>
                <a:ext uri="{FF2B5EF4-FFF2-40B4-BE49-F238E27FC236}">
                  <a16:creationId xmlns:a16="http://schemas.microsoft.com/office/drawing/2014/main" id="{FB684284-6533-0FFF-1CCC-26E26323EEDF}"/>
                </a:ext>
              </a:extLst>
            </p:cNvPr>
            <p:cNvSpPr/>
            <p:nvPr/>
          </p:nvSpPr>
          <p:spPr>
            <a:xfrm>
              <a:off x="5797168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34">
            <a:extLst>
              <a:ext uri="{FF2B5EF4-FFF2-40B4-BE49-F238E27FC236}">
                <a16:creationId xmlns:a16="http://schemas.microsoft.com/office/drawing/2014/main" id="{41D80CC0-6E84-8843-9A90-99EB511FE29E}"/>
              </a:ext>
            </a:extLst>
          </p:cNvPr>
          <p:cNvSpPr txBox="1"/>
          <p:nvPr/>
        </p:nvSpPr>
        <p:spPr>
          <a:xfrm>
            <a:off x="7626732" y="4068970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E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6550295-F4C2-8ABB-D7A3-9B7AD42D134D}"/>
              </a:ext>
            </a:extLst>
          </p:cNvPr>
          <p:cNvSpPr/>
          <p:nvPr/>
        </p:nvSpPr>
        <p:spPr>
          <a:xfrm>
            <a:off x="1478380" y="1852352"/>
            <a:ext cx="5755944" cy="5005647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6F0B9-DD25-C4DB-CCFF-ABF8AC4BD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0E07C9B-A4F7-EDD0-9A4E-660EC82BC6EC}"/>
              </a:ext>
            </a:extLst>
          </p:cNvPr>
          <p:cNvGrpSpPr/>
          <p:nvPr/>
        </p:nvGrpSpPr>
        <p:grpSpPr>
          <a:xfrm>
            <a:off x="8372475" y="0"/>
            <a:ext cx="3819525" cy="6858000"/>
            <a:chOff x="8372475" y="0"/>
            <a:chExt cx="3819525" cy="68580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869D904A-9C3C-DC83-A0E9-D30B402D4245}"/>
                </a:ext>
              </a:extLst>
            </p:cNvPr>
            <p:cNvSpPr/>
            <p:nvPr/>
          </p:nvSpPr>
          <p:spPr>
            <a:xfrm>
              <a:off x="8372475" y="0"/>
              <a:ext cx="3819525" cy="6858000"/>
            </a:xfrm>
            <a:custGeom>
              <a:avLst/>
              <a:gdLst/>
              <a:ahLst/>
              <a:cxnLst/>
              <a:rect l="l" t="t" r="r" b="b"/>
              <a:pathLst>
                <a:path w="3819525" h="6858000">
                  <a:moveTo>
                    <a:pt x="38195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819525" y="6858000"/>
                  </a:lnTo>
                  <a:lnTo>
                    <a:pt x="381952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06B071F-B2F3-173E-F655-F019E17E6452}"/>
                </a:ext>
              </a:extLst>
            </p:cNvPr>
            <p:cNvSpPr/>
            <p:nvPr/>
          </p:nvSpPr>
          <p:spPr>
            <a:xfrm>
              <a:off x="8848725" y="1550073"/>
              <a:ext cx="2682875" cy="154305"/>
            </a:xfrm>
            <a:custGeom>
              <a:avLst/>
              <a:gdLst/>
              <a:ahLst/>
              <a:cxnLst/>
              <a:rect l="l" t="t" r="r" b="b"/>
              <a:pathLst>
                <a:path w="2682875" h="154305">
                  <a:moveTo>
                    <a:pt x="2682494" y="0"/>
                  </a:moveTo>
                  <a:lnTo>
                    <a:pt x="0" y="0"/>
                  </a:lnTo>
                  <a:lnTo>
                    <a:pt x="0" y="153885"/>
                  </a:lnTo>
                  <a:lnTo>
                    <a:pt x="2682494" y="153885"/>
                  </a:lnTo>
                  <a:lnTo>
                    <a:pt x="2682494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C89CF1DB-161F-0CE6-7E4F-17C45FC6AA14}"/>
              </a:ext>
            </a:extLst>
          </p:cNvPr>
          <p:cNvSpPr txBox="1"/>
          <p:nvPr/>
        </p:nvSpPr>
        <p:spPr>
          <a:xfrm>
            <a:off x="8833231" y="1415923"/>
            <a:ext cx="26828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85" dirty="0">
                <a:latin typeface="Malgun Gothic"/>
                <a:cs typeface="Malgun Gothic"/>
              </a:rPr>
              <a:t>2</a:t>
            </a:r>
            <a:r>
              <a:rPr sz="1400" b="1" spc="85" dirty="0">
                <a:latin typeface="Malgun Gothic"/>
                <a:cs typeface="Malgun Gothic"/>
              </a:rPr>
              <a:t>.</a:t>
            </a:r>
            <a:r>
              <a:rPr lang="en-US" sz="1400" b="1" spc="85" dirty="0">
                <a:latin typeface="Malgun Gothic"/>
                <a:cs typeface="Malgun Gothic"/>
              </a:rPr>
              <a:t> </a:t>
            </a:r>
            <a:r>
              <a:rPr lang="ko-KR" altLang="en-US" sz="1400" b="1" spc="-135" dirty="0">
                <a:latin typeface="Malgun Gothic"/>
                <a:cs typeface="Malgun Gothic"/>
              </a:rPr>
              <a:t>가게</a:t>
            </a:r>
            <a:r>
              <a:rPr lang="ko-KR" altLang="en-US" sz="1400" b="1" spc="-100" dirty="0">
                <a:latin typeface="Malgun Gothic"/>
                <a:cs typeface="Malgun Gothic"/>
              </a:rPr>
              <a:t> </a:t>
            </a:r>
            <a:r>
              <a:rPr lang="ko-KR" altLang="en-US" sz="1400" b="1" spc="-140" dirty="0">
                <a:latin typeface="Malgun Gothic"/>
                <a:cs typeface="Malgun Gothic"/>
              </a:rPr>
              <a:t>등록</a:t>
            </a:r>
            <a:r>
              <a:rPr lang="ko-KR" altLang="en-US" sz="1400" b="1" spc="-114" dirty="0">
                <a:latin typeface="Malgun Gothic"/>
                <a:cs typeface="Malgun Gothic"/>
              </a:rPr>
              <a:t> </a:t>
            </a:r>
            <a:r>
              <a:rPr lang="ko-KR" altLang="en-US" sz="1400" b="1" spc="-140" dirty="0">
                <a:latin typeface="Malgun Gothic"/>
                <a:cs typeface="Malgun Gothic"/>
              </a:rPr>
              <a:t>페이지</a:t>
            </a:r>
            <a:r>
              <a:rPr lang="ko-KR" altLang="en-US" sz="1400" b="1" spc="-105" dirty="0">
                <a:latin typeface="Malgun Gothic"/>
                <a:cs typeface="Malgun Gothic"/>
              </a:rPr>
              <a:t> </a:t>
            </a:r>
            <a:r>
              <a:rPr lang="ko-KR" altLang="en-US" sz="1400" b="1" spc="-25" dirty="0">
                <a:latin typeface="Malgun Gothic"/>
                <a:cs typeface="Malgun Gothic"/>
              </a:rPr>
              <a:t>설명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3414C1F-8CE1-2AF9-BB28-428D26C47BBD}"/>
              </a:ext>
            </a:extLst>
          </p:cNvPr>
          <p:cNvSpPr txBox="1"/>
          <p:nvPr/>
        </p:nvSpPr>
        <p:spPr>
          <a:xfrm>
            <a:off x="8833231" y="1808200"/>
            <a:ext cx="2612390" cy="1127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가게를 등록하는 페이지 입니다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가게의 기본 정보를 입력한 후</a:t>
            </a:r>
            <a:r>
              <a:rPr lang="en-US" altLang="ko-KR" sz="1100" spc="-160" dirty="0">
                <a:latin typeface="Malgun Gothic"/>
                <a:cs typeface="Malgun Gothic"/>
              </a:rPr>
              <a:t>, </a:t>
            </a:r>
            <a:r>
              <a:rPr lang="ko-KR" altLang="en-US" sz="1100" spc="-160" dirty="0">
                <a:latin typeface="Malgun Gothic"/>
                <a:cs typeface="Malgun Gothic"/>
              </a:rPr>
              <a:t>입점 신청을</a:t>
            </a:r>
            <a:endParaRPr lang="en-US" altLang="ko-KR" sz="1100" spc="-16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할 수 있습니다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주로 판매하는 물품의 카테고리와 소속된 장터에 대한 카테고리 선택이 가능합니다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2A2D87F6-6F85-AF9D-0CCB-4B50A3737C7A}"/>
              </a:ext>
            </a:extLst>
          </p:cNvPr>
          <p:cNvSpPr txBox="1"/>
          <p:nvPr/>
        </p:nvSpPr>
        <p:spPr>
          <a:xfrm>
            <a:off x="5890640" y="4274311"/>
            <a:ext cx="1485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D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719471BA-37A4-941E-0E77-48C6BCC2D88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68125" y="6419741"/>
            <a:ext cx="231140" cy="21095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pc="-25" dirty="0"/>
              <a:t>6</a:t>
            </a:r>
          </a:p>
        </p:txBody>
      </p:sp>
      <p:sp>
        <p:nvSpPr>
          <p:cNvPr id="42" name="object 6">
            <a:extLst>
              <a:ext uri="{FF2B5EF4-FFF2-40B4-BE49-F238E27FC236}">
                <a16:creationId xmlns:a16="http://schemas.microsoft.com/office/drawing/2014/main" id="{46BED038-B4F4-878F-4BEB-3245368C82C3}"/>
              </a:ext>
            </a:extLst>
          </p:cNvPr>
          <p:cNvSpPr txBox="1"/>
          <p:nvPr/>
        </p:nvSpPr>
        <p:spPr>
          <a:xfrm>
            <a:off x="8833231" y="3194905"/>
            <a:ext cx="2612390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입점 신청 버튼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주 판매 물품 카테고리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주</a:t>
            </a:r>
            <a:r>
              <a:rPr lang="en-US" altLang="ko-KR" sz="1200" b="1" dirty="0">
                <a:latin typeface="Malgun Gothic"/>
                <a:cs typeface="Malgun Gothic"/>
              </a:rPr>
              <a:t> </a:t>
            </a:r>
            <a:r>
              <a:rPr lang="ko-KR" altLang="en-US" sz="1200" b="1" dirty="0">
                <a:latin typeface="Malgun Gothic"/>
                <a:cs typeface="Malgun Gothic"/>
              </a:rPr>
              <a:t>판매 카테고리 드롭 박스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지역에 따른 장터 선택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장터 드롭 박스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endParaRPr lang="en-US" altLang="ko-KR" sz="1200" b="1" dirty="0">
              <a:latin typeface="Malgun Gothic"/>
              <a:cs typeface="Malgun Gothic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D965CF9-184F-6E72-9F6D-58CC531B8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09" y="0"/>
            <a:ext cx="7591275" cy="6858000"/>
          </a:xfrm>
          <a:prstGeom prst="rect">
            <a:avLst/>
          </a:prstGeom>
        </p:spPr>
      </p:pic>
      <p:grpSp>
        <p:nvGrpSpPr>
          <p:cNvPr id="9" name="object 31">
            <a:extLst>
              <a:ext uri="{FF2B5EF4-FFF2-40B4-BE49-F238E27FC236}">
                <a16:creationId xmlns:a16="http://schemas.microsoft.com/office/drawing/2014/main" id="{4CAD3682-B795-1FED-DB20-5E0D16325260}"/>
              </a:ext>
            </a:extLst>
          </p:cNvPr>
          <p:cNvGrpSpPr/>
          <p:nvPr/>
        </p:nvGrpSpPr>
        <p:grpSpPr>
          <a:xfrm>
            <a:off x="6836663" y="42038"/>
            <a:ext cx="638810" cy="333375"/>
            <a:chOff x="5492241" y="2515870"/>
            <a:chExt cx="638810" cy="333375"/>
          </a:xfrm>
          <a:solidFill>
            <a:schemeClr val="accent6">
              <a:lumMod val="75000"/>
            </a:schemeClr>
          </a:solidFill>
        </p:grpSpPr>
        <p:sp>
          <p:nvSpPr>
            <p:cNvPr id="10" name="object 32">
              <a:extLst>
                <a:ext uri="{FF2B5EF4-FFF2-40B4-BE49-F238E27FC236}">
                  <a16:creationId xmlns:a16="http://schemas.microsoft.com/office/drawing/2014/main" id="{E6F1485E-2C5C-EB9B-2639-284B829AE7AA}"/>
                </a:ext>
              </a:extLst>
            </p:cNvPr>
            <p:cNvSpPr/>
            <p:nvPr/>
          </p:nvSpPr>
          <p:spPr>
            <a:xfrm>
              <a:off x="5501766" y="2682621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33">
              <a:extLst>
                <a:ext uri="{FF2B5EF4-FFF2-40B4-BE49-F238E27FC236}">
                  <a16:creationId xmlns:a16="http://schemas.microsoft.com/office/drawing/2014/main" id="{D00DFD4C-5817-8DA4-75C0-27CE7C5EB1E1}"/>
                </a:ext>
              </a:extLst>
            </p:cNvPr>
            <p:cNvSpPr/>
            <p:nvPr/>
          </p:nvSpPr>
          <p:spPr>
            <a:xfrm>
              <a:off x="5797168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34">
            <a:extLst>
              <a:ext uri="{FF2B5EF4-FFF2-40B4-BE49-F238E27FC236}">
                <a16:creationId xmlns:a16="http://schemas.microsoft.com/office/drawing/2014/main" id="{45EA0B45-7342-C726-62B8-60DC33B3EF51}"/>
              </a:ext>
            </a:extLst>
          </p:cNvPr>
          <p:cNvSpPr txBox="1"/>
          <p:nvPr/>
        </p:nvSpPr>
        <p:spPr>
          <a:xfrm>
            <a:off x="7239000" y="76200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A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13" name="object 31">
            <a:extLst>
              <a:ext uri="{FF2B5EF4-FFF2-40B4-BE49-F238E27FC236}">
                <a16:creationId xmlns:a16="http://schemas.microsoft.com/office/drawing/2014/main" id="{2BF89538-4A34-B182-6828-66EA569C8FFF}"/>
              </a:ext>
            </a:extLst>
          </p:cNvPr>
          <p:cNvGrpSpPr/>
          <p:nvPr/>
        </p:nvGrpSpPr>
        <p:grpSpPr>
          <a:xfrm flipH="1">
            <a:off x="3124200" y="3657600"/>
            <a:ext cx="601727" cy="333375"/>
            <a:chOff x="5492241" y="2515870"/>
            <a:chExt cx="638810" cy="333375"/>
          </a:xfrm>
          <a:solidFill>
            <a:schemeClr val="accent6">
              <a:lumMod val="75000"/>
            </a:schemeClr>
          </a:solidFill>
        </p:grpSpPr>
        <p:sp>
          <p:nvSpPr>
            <p:cNvPr id="14" name="object 32">
              <a:extLst>
                <a:ext uri="{FF2B5EF4-FFF2-40B4-BE49-F238E27FC236}">
                  <a16:creationId xmlns:a16="http://schemas.microsoft.com/office/drawing/2014/main" id="{0BC235C4-9163-E4C4-F1C4-37DF59CBDAC6}"/>
                </a:ext>
              </a:extLst>
            </p:cNvPr>
            <p:cNvSpPr/>
            <p:nvPr/>
          </p:nvSpPr>
          <p:spPr>
            <a:xfrm>
              <a:off x="5501766" y="2682621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33">
              <a:extLst>
                <a:ext uri="{FF2B5EF4-FFF2-40B4-BE49-F238E27FC236}">
                  <a16:creationId xmlns:a16="http://schemas.microsoft.com/office/drawing/2014/main" id="{FF4BC468-67AA-7735-C390-D7917AD1CDC8}"/>
                </a:ext>
              </a:extLst>
            </p:cNvPr>
            <p:cNvSpPr/>
            <p:nvPr/>
          </p:nvSpPr>
          <p:spPr>
            <a:xfrm>
              <a:off x="5797168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34">
            <a:extLst>
              <a:ext uri="{FF2B5EF4-FFF2-40B4-BE49-F238E27FC236}">
                <a16:creationId xmlns:a16="http://schemas.microsoft.com/office/drawing/2014/main" id="{FFAC3DDA-F3F0-E976-BF9B-6B8FCE862B20}"/>
              </a:ext>
            </a:extLst>
          </p:cNvPr>
          <p:cNvSpPr txBox="1"/>
          <p:nvPr/>
        </p:nvSpPr>
        <p:spPr>
          <a:xfrm flipH="1">
            <a:off x="3204304" y="3709832"/>
            <a:ext cx="132189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B</a:t>
            </a:r>
            <a:endParaRPr sz="1400" b="1" dirty="0">
              <a:latin typeface="Malgun Gothic"/>
              <a:cs typeface="Malgun Gothic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D7924B8C-B26E-5AA5-786B-F79DB5133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302" y="3471267"/>
            <a:ext cx="2002192" cy="94144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D7B564A-FC0F-4191-2538-C80964978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5837196"/>
            <a:ext cx="1109818" cy="8954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4" name="object 31">
            <a:extLst>
              <a:ext uri="{FF2B5EF4-FFF2-40B4-BE49-F238E27FC236}">
                <a16:creationId xmlns:a16="http://schemas.microsoft.com/office/drawing/2014/main" id="{8F855651-84BA-C678-3BF7-044D28D54671}"/>
              </a:ext>
            </a:extLst>
          </p:cNvPr>
          <p:cNvGrpSpPr/>
          <p:nvPr/>
        </p:nvGrpSpPr>
        <p:grpSpPr>
          <a:xfrm>
            <a:off x="7404603" y="3824287"/>
            <a:ext cx="638810" cy="333375"/>
            <a:chOff x="5492241" y="2515870"/>
            <a:chExt cx="638810" cy="333375"/>
          </a:xfrm>
          <a:solidFill>
            <a:schemeClr val="accent6">
              <a:lumMod val="75000"/>
            </a:schemeClr>
          </a:solidFill>
        </p:grpSpPr>
        <p:sp>
          <p:nvSpPr>
            <p:cNvPr id="25" name="object 32">
              <a:extLst>
                <a:ext uri="{FF2B5EF4-FFF2-40B4-BE49-F238E27FC236}">
                  <a16:creationId xmlns:a16="http://schemas.microsoft.com/office/drawing/2014/main" id="{9AEA1CAE-40C7-C63B-1671-1B292CBCFE2B}"/>
                </a:ext>
              </a:extLst>
            </p:cNvPr>
            <p:cNvSpPr/>
            <p:nvPr/>
          </p:nvSpPr>
          <p:spPr>
            <a:xfrm>
              <a:off x="5501766" y="2682621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33">
              <a:extLst>
                <a:ext uri="{FF2B5EF4-FFF2-40B4-BE49-F238E27FC236}">
                  <a16:creationId xmlns:a16="http://schemas.microsoft.com/office/drawing/2014/main" id="{D726E8A7-8126-C11F-F05F-7D620E441CBA}"/>
                </a:ext>
              </a:extLst>
            </p:cNvPr>
            <p:cNvSpPr/>
            <p:nvPr/>
          </p:nvSpPr>
          <p:spPr>
            <a:xfrm>
              <a:off x="5797168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34">
            <a:extLst>
              <a:ext uri="{FF2B5EF4-FFF2-40B4-BE49-F238E27FC236}">
                <a16:creationId xmlns:a16="http://schemas.microsoft.com/office/drawing/2014/main" id="{37367AA6-B4D2-53F1-377B-CDF36C728655}"/>
              </a:ext>
            </a:extLst>
          </p:cNvPr>
          <p:cNvSpPr txBox="1"/>
          <p:nvPr/>
        </p:nvSpPr>
        <p:spPr>
          <a:xfrm>
            <a:off x="7806940" y="3858449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C</a:t>
            </a:r>
            <a:endParaRPr sz="1400" b="1" dirty="0">
              <a:latin typeface="Malgun Gothic"/>
              <a:cs typeface="Malgun Gothic"/>
            </a:endParaRPr>
          </a:p>
        </p:txBody>
      </p:sp>
      <p:grpSp>
        <p:nvGrpSpPr>
          <p:cNvPr id="28" name="object 31">
            <a:extLst>
              <a:ext uri="{FF2B5EF4-FFF2-40B4-BE49-F238E27FC236}">
                <a16:creationId xmlns:a16="http://schemas.microsoft.com/office/drawing/2014/main" id="{34A97962-4B5E-FCC8-048F-3100C60BD8C2}"/>
              </a:ext>
            </a:extLst>
          </p:cNvPr>
          <p:cNvGrpSpPr/>
          <p:nvPr/>
        </p:nvGrpSpPr>
        <p:grpSpPr>
          <a:xfrm>
            <a:off x="6906830" y="5536334"/>
            <a:ext cx="638810" cy="333375"/>
            <a:chOff x="5492241" y="2515870"/>
            <a:chExt cx="638810" cy="333375"/>
          </a:xfrm>
          <a:solidFill>
            <a:schemeClr val="accent6">
              <a:lumMod val="75000"/>
            </a:schemeClr>
          </a:solidFill>
        </p:grpSpPr>
        <p:sp>
          <p:nvSpPr>
            <p:cNvPr id="29" name="object 32">
              <a:extLst>
                <a:ext uri="{FF2B5EF4-FFF2-40B4-BE49-F238E27FC236}">
                  <a16:creationId xmlns:a16="http://schemas.microsoft.com/office/drawing/2014/main" id="{8FE88ED6-B5BE-D47C-6954-9813B33190AE}"/>
                </a:ext>
              </a:extLst>
            </p:cNvPr>
            <p:cNvSpPr/>
            <p:nvPr/>
          </p:nvSpPr>
          <p:spPr>
            <a:xfrm>
              <a:off x="5501766" y="2682621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3">
              <a:extLst>
                <a:ext uri="{FF2B5EF4-FFF2-40B4-BE49-F238E27FC236}">
                  <a16:creationId xmlns:a16="http://schemas.microsoft.com/office/drawing/2014/main" id="{84E5BCE0-A990-32FB-FD7B-AF1B6BE90087}"/>
                </a:ext>
              </a:extLst>
            </p:cNvPr>
            <p:cNvSpPr/>
            <p:nvPr/>
          </p:nvSpPr>
          <p:spPr>
            <a:xfrm>
              <a:off x="5797168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4">
            <a:extLst>
              <a:ext uri="{FF2B5EF4-FFF2-40B4-BE49-F238E27FC236}">
                <a16:creationId xmlns:a16="http://schemas.microsoft.com/office/drawing/2014/main" id="{8722BD08-43C2-0DF8-CC99-47CF95CA9266}"/>
              </a:ext>
            </a:extLst>
          </p:cNvPr>
          <p:cNvSpPr txBox="1"/>
          <p:nvPr/>
        </p:nvSpPr>
        <p:spPr>
          <a:xfrm>
            <a:off x="7309167" y="5570496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D</a:t>
            </a:r>
            <a:endParaRPr sz="1400" b="1" dirty="0">
              <a:latin typeface="Malgun Gothic"/>
              <a:cs typeface="Malgun Gothic"/>
            </a:endParaRPr>
          </a:p>
        </p:txBody>
      </p:sp>
      <p:grpSp>
        <p:nvGrpSpPr>
          <p:cNvPr id="33" name="object 31">
            <a:extLst>
              <a:ext uri="{FF2B5EF4-FFF2-40B4-BE49-F238E27FC236}">
                <a16:creationId xmlns:a16="http://schemas.microsoft.com/office/drawing/2014/main" id="{3D6D46AE-B817-AD2D-85E5-E8C1FC81F37A}"/>
              </a:ext>
            </a:extLst>
          </p:cNvPr>
          <p:cNvGrpSpPr/>
          <p:nvPr/>
        </p:nvGrpSpPr>
        <p:grpSpPr>
          <a:xfrm>
            <a:off x="5796506" y="6042206"/>
            <a:ext cx="638810" cy="333375"/>
            <a:chOff x="5492241" y="2515870"/>
            <a:chExt cx="638810" cy="333375"/>
          </a:xfrm>
          <a:solidFill>
            <a:schemeClr val="accent6">
              <a:lumMod val="75000"/>
            </a:schemeClr>
          </a:solidFill>
        </p:grpSpPr>
        <p:sp>
          <p:nvSpPr>
            <p:cNvPr id="34" name="object 32">
              <a:extLst>
                <a:ext uri="{FF2B5EF4-FFF2-40B4-BE49-F238E27FC236}">
                  <a16:creationId xmlns:a16="http://schemas.microsoft.com/office/drawing/2014/main" id="{8C6F50E2-9380-9D1B-73BE-96A26CE72C3A}"/>
                </a:ext>
              </a:extLst>
            </p:cNvPr>
            <p:cNvSpPr/>
            <p:nvPr/>
          </p:nvSpPr>
          <p:spPr>
            <a:xfrm>
              <a:off x="5501766" y="2682621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3">
              <a:extLst>
                <a:ext uri="{FF2B5EF4-FFF2-40B4-BE49-F238E27FC236}">
                  <a16:creationId xmlns:a16="http://schemas.microsoft.com/office/drawing/2014/main" id="{A0CB81E2-2475-2CC3-3990-283C96A52AE4}"/>
                </a:ext>
              </a:extLst>
            </p:cNvPr>
            <p:cNvSpPr/>
            <p:nvPr/>
          </p:nvSpPr>
          <p:spPr>
            <a:xfrm>
              <a:off x="5797168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4">
            <a:extLst>
              <a:ext uri="{FF2B5EF4-FFF2-40B4-BE49-F238E27FC236}">
                <a16:creationId xmlns:a16="http://schemas.microsoft.com/office/drawing/2014/main" id="{A7A0A1C6-29FF-B28C-E4B5-285BBF2ACFC6}"/>
              </a:ext>
            </a:extLst>
          </p:cNvPr>
          <p:cNvSpPr txBox="1"/>
          <p:nvPr/>
        </p:nvSpPr>
        <p:spPr>
          <a:xfrm>
            <a:off x="6198843" y="6076368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E</a:t>
            </a:r>
            <a:endParaRPr sz="1400" b="1" dirty="0"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00212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89394-968A-2581-FA3C-23073AC61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F54A0A7-C321-19D0-0526-31AC1E5223D5}"/>
              </a:ext>
            </a:extLst>
          </p:cNvPr>
          <p:cNvGrpSpPr/>
          <p:nvPr/>
        </p:nvGrpSpPr>
        <p:grpSpPr>
          <a:xfrm>
            <a:off x="8372475" y="0"/>
            <a:ext cx="3819525" cy="6858000"/>
            <a:chOff x="8372475" y="0"/>
            <a:chExt cx="3819525" cy="68580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5CF19ABE-7B10-C17B-BE0A-726D8FBAE3E7}"/>
                </a:ext>
              </a:extLst>
            </p:cNvPr>
            <p:cNvSpPr/>
            <p:nvPr/>
          </p:nvSpPr>
          <p:spPr>
            <a:xfrm>
              <a:off x="8372475" y="0"/>
              <a:ext cx="3819525" cy="6858000"/>
            </a:xfrm>
            <a:custGeom>
              <a:avLst/>
              <a:gdLst/>
              <a:ahLst/>
              <a:cxnLst/>
              <a:rect l="l" t="t" r="r" b="b"/>
              <a:pathLst>
                <a:path w="3819525" h="6858000">
                  <a:moveTo>
                    <a:pt x="38195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819525" y="6858000"/>
                  </a:lnTo>
                  <a:lnTo>
                    <a:pt x="381952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86F47E4-F0DD-DC73-F03B-8936B864C326}"/>
                </a:ext>
              </a:extLst>
            </p:cNvPr>
            <p:cNvSpPr/>
            <p:nvPr/>
          </p:nvSpPr>
          <p:spPr>
            <a:xfrm>
              <a:off x="8848725" y="1550073"/>
              <a:ext cx="2682875" cy="154305"/>
            </a:xfrm>
            <a:custGeom>
              <a:avLst/>
              <a:gdLst/>
              <a:ahLst/>
              <a:cxnLst/>
              <a:rect l="l" t="t" r="r" b="b"/>
              <a:pathLst>
                <a:path w="2682875" h="154305">
                  <a:moveTo>
                    <a:pt x="2682494" y="0"/>
                  </a:moveTo>
                  <a:lnTo>
                    <a:pt x="0" y="0"/>
                  </a:lnTo>
                  <a:lnTo>
                    <a:pt x="0" y="153885"/>
                  </a:lnTo>
                  <a:lnTo>
                    <a:pt x="2682494" y="153885"/>
                  </a:lnTo>
                  <a:lnTo>
                    <a:pt x="2682494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5922F59B-5D2F-35E8-6094-882ABB05E43E}"/>
              </a:ext>
            </a:extLst>
          </p:cNvPr>
          <p:cNvSpPr txBox="1"/>
          <p:nvPr/>
        </p:nvSpPr>
        <p:spPr>
          <a:xfrm>
            <a:off x="8833231" y="1415923"/>
            <a:ext cx="2834894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85" dirty="0">
                <a:latin typeface="Malgun Gothic"/>
                <a:cs typeface="Malgun Gothic"/>
              </a:rPr>
              <a:t>3-1</a:t>
            </a:r>
            <a:r>
              <a:rPr sz="1400" b="1" spc="85" dirty="0">
                <a:latin typeface="Malgun Gothic"/>
                <a:cs typeface="Malgun Gothic"/>
              </a:rPr>
              <a:t>.</a:t>
            </a:r>
            <a:r>
              <a:rPr lang="en-US" sz="1400" b="1" spc="85" dirty="0">
                <a:latin typeface="Malgun Gothic"/>
                <a:cs typeface="Malgun Gothic"/>
              </a:rPr>
              <a:t> </a:t>
            </a:r>
            <a:r>
              <a:rPr lang="ko-KR" altLang="en-US" sz="1400" b="1" spc="-135" dirty="0">
                <a:latin typeface="Malgun Gothic"/>
                <a:cs typeface="Malgun Gothic"/>
              </a:rPr>
              <a:t>가게</a:t>
            </a:r>
            <a:r>
              <a:rPr lang="ko-KR" altLang="en-US" sz="1400" b="1" spc="-100" dirty="0">
                <a:latin typeface="Malgun Gothic"/>
                <a:cs typeface="Malgun Gothic"/>
              </a:rPr>
              <a:t> </a:t>
            </a:r>
            <a:r>
              <a:rPr lang="ko-KR" altLang="en-US" sz="1400" b="1" spc="-140" dirty="0">
                <a:latin typeface="Malgun Gothic"/>
                <a:cs typeface="Malgun Gothic"/>
              </a:rPr>
              <a:t>상세</a:t>
            </a:r>
            <a:r>
              <a:rPr lang="ko-KR" altLang="en-US" sz="1400" b="1" spc="-114" dirty="0">
                <a:latin typeface="Malgun Gothic"/>
                <a:cs typeface="Malgun Gothic"/>
              </a:rPr>
              <a:t> </a:t>
            </a:r>
            <a:r>
              <a:rPr lang="ko-KR" altLang="en-US" sz="1400" b="1" spc="-140" dirty="0">
                <a:latin typeface="Malgun Gothic"/>
                <a:cs typeface="Malgun Gothic"/>
              </a:rPr>
              <a:t>페이지</a:t>
            </a:r>
            <a:r>
              <a:rPr lang="ko-KR" altLang="en-US" sz="1400" b="1" spc="-105" dirty="0">
                <a:latin typeface="Malgun Gothic"/>
                <a:cs typeface="Malgun Gothic"/>
              </a:rPr>
              <a:t> </a:t>
            </a:r>
            <a:r>
              <a:rPr lang="ko-KR" altLang="en-US" sz="1400" b="1" spc="-25" dirty="0">
                <a:latin typeface="Malgun Gothic"/>
                <a:cs typeface="Malgun Gothic"/>
              </a:rPr>
              <a:t>설명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80DDD0A-4CE5-1C21-3A04-82DBF3D62D4E}"/>
              </a:ext>
            </a:extLst>
          </p:cNvPr>
          <p:cNvSpPr txBox="1"/>
          <p:nvPr/>
        </p:nvSpPr>
        <p:spPr>
          <a:xfrm>
            <a:off x="8833231" y="1808200"/>
            <a:ext cx="2612390" cy="1140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가게 상세 페이지 입니다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프로필</a:t>
            </a:r>
            <a:r>
              <a:rPr lang="en-US" altLang="ko-KR" sz="1100" spc="-160" dirty="0">
                <a:latin typeface="Malgun Gothic"/>
                <a:cs typeface="Malgun Gothic"/>
              </a:rPr>
              <a:t>, </a:t>
            </a:r>
            <a:r>
              <a:rPr lang="ko-KR" altLang="en-US" sz="1100" spc="-160" dirty="0">
                <a:latin typeface="Malgun Gothic"/>
                <a:cs typeface="Malgun Gothic"/>
              </a:rPr>
              <a:t>판매 상품</a:t>
            </a:r>
            <a:r>
              <a:rPr lang="en-US" altLang="ko-KR" sz="1100" spc="-160" dirty="0">
                <a:latin typeface="Malgun Gothic"/>
                <a:cs typeface="Malgun Gothic"/>
              </a:rPr>
              <a:t>, </a:t>
            </a:r>
            <a:r>
              <a:rPr lang="ko-KR" altLang="en-US" sz="1100" spc="-160" dirty="0">
                <a:latin typeface="Malgun Gothic"/>
                <a:cs typeface="Malgun Gothic"/>
              </a:rPr>
              <a:t>후기 페이지가 있습니다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프로필 페이지에서는 가게의 소개 글</a:t>
            </a:r>
            <a:r>
              <a:rPr lang="en-US" altLang="ko-KR" sz="1100" spc="-160" dirty="0">
                <a:latin typeface="Malgun Gothic"/>
                <a:cs typeface="Malgun Gothic"/>
              </a:rPr>
              <a:t>, </a:t>
            </a:r>
            <a:r>
              <a:rPr lang="ko-KR" altLang="en-US" sz="1100" spc="-160" dirty="0">
                <a:latin typeface="Malgun Gothic"/>
                <a:cs typeface="Malgun Gothic"/>
              </a:rPr>
              <a:t>판매 중인</a:t>
            </a:r>
            <a:endParaRPr lang="en-US" altLang="ko-KR" sz="1100" spc="-16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</a:t>
            </a:r>
            <a:r>
              <a:rPr lang="en-US" altLang="ko-KR" sz="1100" spc="-160" dirty="0">
                <a:latin typeface="Malgun Gothic"/>
                <a:cs typeface="Malgun Gothic"/>
              </a:rPr>
              <a:t>, </a:t>
            </a:r>
            <a:r>
              <a:rPr lang="ko-KR" altLang="en-US" sz="1100" spc="-160" dirty="0">
                <a:latin typeface="Malgun Gothic"/>
                <a:cs typeface="Malgun Gothic"/>
              </a:rPr>
              <a:t>등록한 상품의 후기 목록이 간단하게</a:t>
            </a:r>
            <a:endParaRPr lang="en-US" altLang="ko-KR" sz="1100" spc="-16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표시됩니다</a:t>
            </a:r>
            <a:endParaRPr lang="en-US" altLang="ko-KR" sz="1100" spc="-160" dirty="0">
              <a:latin typeface="Malgun Gothic"/>
              <a:cs typeface="Malgun Gothic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5953DEC9-9DE4-1C06-CC8E-70603509605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68125" y="6419741"/>
            <a:ext cx="231140" cy="21095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pc="-25" dirty="0"/>
              <a:t>7</a:t>
            </a:r>
          </a:p>
        </p:txBody>
      </p:sp>
      <p:sp>
        <p:nvSpPr>
          <p:cNvPr id="42" name="object 6">
            <a:extLst>
              <a:ext uri="{FF2B5EF4-FFF2-40B4-BE49-F238E27FC236}">
                <a16:creationId xmlns:a16="http://schemas.microsoft.com/office/drawing/2014/main" id="{44B26725-FAF6-4384-EB5A-BD33A1CAD4EB}"/>
              </a:ext>
            </a:extLst>
          </p:cNvPr>
          <p:cNvSpPr txBox="1"/>
          <p:nvPr/>
        </p:nvSpPr>
        <p:spPr>
          <a:xfrm>
            <a:off x="8833231" y="3194905"/>
            <a:ext cx="2612390" cy="12379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가게</a:t>
            </a:r>
            <a:r>
              <a:rPr lang="en-US" altLang="ko-KR" sz="1200" b="1" dirty="0">
                <a:latin typeface="Malgun Gothic"/>
                <a:cs typeface="Malgun Gothic"/>
              </a:rPr>
              <a:t> </a:t>
            </a:r>
            <a:r>
              <a:rPr lang="ko-KR" altLang="en-US" sz="1200" b="1" dirty="0">
                <a:latin typeface="Malgun Gothic"/>
                <a:cs typeface="Malgun Gothic"/>
              </a:rPr>
              <a:t>기본 정보 및 버튼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가게 네비게이션 바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가게 소개 글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가게가 판매 중인 상품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가게에 등록된 상품의 후기 목록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39185B6-2B64-D028-B6E8-95575CAF8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193" y="0"/>
            <a:ext cx="6064707" cy="685800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2754D7-1D5E-AF59-4192-527AE7AFC03C}"/>
              </a:ext>
            </a:extLst>
          </p:cNvPr>
          <p:cNvSpPr/>
          <p:nvPr/>
        </p:nvSpPr>
        <p:spPr>
          <a:xfrm flipV="1">
            <a:off x="1383142" y="1374915"/>
            <a:ext cx="1164342" cy="308591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object 31">
            <a:extLst>
              <a:ext uri="{FF2B5EF4-FFF2-40B4-BE49-F238E27FC236}">
                <a16:creationId xmlns:a16="http://schemas.microsoft.com/office/drawing/2014/main" id="{5E5F47E1-3B18-3947-0E99-6E49EAA5A201}"/>
              </a:ext>
            </a:extLst>
          </p:cNvPr>
          <p:cNvGrpSpPr/>
          <p:nvPr/>
        </p:nvGrpSpPr>
        <p:grpSpPr>
          <a:xfrm>
            <a:off x="7228989" y="733680"/>
            <a:ext cx="638810" cy="333375"/>
            <a:chOff x="5492241" y="2515870"/>
            <a:chExt cx="638810" cy="333375"/>
          </a:xfrm>
          <a:solidFill>
            <a:schemeClr val="accent6">
              <a:lumMod val="75000"/>
            </a:schemeClr>
          </a:solidFill>
        </p:grpSpPr>
        <p:sp>
          <p:nvSpPr>
            <p:cNvPr id="20" name="object 32">
              <a:extLst>
                <a:ext uri="{FF2B5EF4-FFF2-40B4-BE49-F238E27FC236}">
                  <a16:creationId xmlns:a16="http://schemas.microsoft.com/office/drawing/2014/main" id="{426A65FF-8F4C-490D-A7F0-7B8DA20C1F18}"/>
                </a:ext>
              </a:extLst>
            </p:cNvPr>
            <p:cNvSpPr/>
            <p:nvPr/>
          </p:nvSpPr>
          <p:spPr>
            <a:xfrm>
              <a:off x="5501766" y="2682621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33">
              <a:extLst>
                <a:ext uri="{FF2B5EF4-FFF2-40B4-BE49-F238E27FC236}">
                  <a16:creationId xmlns:a16="http://schemas.microsoft.com/office/drawing/2014/main" id="{DBDECC8B-F480-69A5-FE80-3F15B8FFD6C2}"/>
                </a:ext>
              </a:extLst>
            </p:cNvPr>
            <p:cNvSpPr/>
            <p:nvPr/>
          </p:nvSpPr>
          <p:spPr>
            <a:xfrm>
              <a:off x="5797168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4">
            <a:extLst>
              <a:ext uri="{FF2B5EF4-FFF2-40B4-BE49-F238E27FC236}">
                <a16:creationId xmlns:a16="http://schemas.microsoft.com/office/drawing/2014/main" id="{52718FF9-7FBF-3E97-FD9C-2D79AC70848A}"/>
              </a:ext>
            </a:extLst>
          </p:cNvPr>
          <p:cNvSpPr txBox="1"/>
          <p:nvPr/>
        </p:nvSpPr>
        <p:spPr>
          <a:xfrm>
            <a:off x="7631326" y="767842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A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37" name="object 31">
            <a:extLst>
              <a:ext uri="{FF2B5EF4-FFF2-40B4-BE49-F238E27FC236}">
                <a16:creationId xmlns:a16="http://schemas.microsoft.com/office/drawing/2014/main" id="{BF419B82-3A4F-84D6-D8FD-F62E80FCC77F}"/>
              </a:ext>
            </a:extLst>
          </p:cNvPr>
          <p:cNvGrpSpPr/>
          <p:nvPr/>
        </p:nvGrpSpPr>
        <p:grpSpPr>
          <a:xfrm flipH="1">
            <a:off x="813486" y="1516818"/>
            <a:ext cx="560921" cy="333375"/>
            <a:chOff x="5364898" y="2336066"/>
            <a:chExt cx="522487" cy="333375"/>
          </a:xfrm>
          <a:solidFill>
            <a:schemeClr val="accent6">
              <a:lumMod val="75000"/>
            </a:schemeClr>
          </a:solidFill>
        </p:grpSpPr>
        <p:sp>
          <p:nvSpPr>
            <p:cNvPr id="40" name="object 32">
              <a:extLst>
                <a:ext uri="{FF2B5EF4-FFF2-40B4-BE49-F238E27FC236}">
                  <a16:creationId xmlns:a16="http://schemas.microsoft.com/office/drawing/2014/main" id="{2F890F9C-19FF-15CA-F432-6BE2AEFFA58D}"/>
                </a:ext>
              </a:extLst>
            </p:cNvPr>
            <p:cNvSpPr/>
            <p:nvPr/>
          </p:nvSpPr>
          <p:spPr>
            <a:xfrm rot="981329" flipV="1">
              <a:off x="5364898" y="2423613"/>
              <a:ext cx="227230" cy="45719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3">
              <a:extLst>
                <a:ext uri="{FF2B5EF4-FFF2-40B4-BE49-F238E27FC236}">
                  <a16:creationId xmlns:a16="http://schemas.microsoft.com/office/drawing/2014/main" id="{91C023E8-47AB-A829-E63E-6CDE99B5505F}"/>
                </a:ext>
              </a:extLst>
            </p:cNvPr>
            <p:cNvSpPr/>
            <p:nvPr/>
          </p:nvSpPr>
          <p:spPr>
            <a:xfrm>
              <a:off x="5554010" y="2336066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34">
            <a:extLst>
              <a:ext uri="{FF2B5EF4-FFF2-40B4-BE49-F238E27FC236}">
                <a16:creationId xmlns:a16="http://schemas.microsoft.com/office/drawing/2014/main" id="{563BA909-F552-E80A-8B63-0D41304C98EC}"/>
              </a:ext>
            </a:extLst>
          </p:cNvPr>
          <p:cNvSpPr txBox="1"/>
          <p:nvPr/>
        </p:nvSpPr>
        <p:spPr>
          <a:xfrm flipH="1">
            <a:off x="915310" y="1565498"/>
            <a:ext cx="137269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B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B941D7F-1D53-14B7-8F93-5ED0F0F9C5AB}"/>
              </a:ext>
            </a:extLst>
          </p:cNvPr>
          <p:cNvSpPr/>
          <p:nvPr/>
        </p:nvSpPr>
        <p:spPr>
          <a:xfrm>
            <a:off x="1292783" y="1737631"/>
            <a:ext cx="5941541" cy="624569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5" name="object 31">
            <a:extLst>
              <a:ext uri="{FF2B5EF4-FFF2-40B4-BE49-F238E27FC236}">
                <a16:creationId xmlns:a16="http://schemas.microsoft.com/office/drawing/2014/main" id="{875A6185-19F3-C20F-AB8E-E2E5BEE84CEB}"/>
              </a:ext>
            </a:extLst>
          </p:cNvPr>
          <p:cNvGrpSpPr/>
          <p:nvPr/>
        </p:nvGrpSpPr>
        <p:grpSpPr>
          <a:xfrm>
            <a:off x="7223909" y="1905000"/>
            <a:ext cx="638810" cy="333375"/>
            <a:chOff x="5492241" y="2515870"/>
            <a:chExt cx="638810" cy="333375"/>
          </a:xfrm>
          <a:solidFill>
            <a:schemeClr val="accent6">
              <a:lumMod val="75000"/>
            </a:schemeClr>
          </a:solidFill>
        </p:grpSpPr>
        <p:sp>
          <p:nvSpPr>
            <p:cNvPr id="46" name="object 32">
              <a:extLst>
                <a:ext uri="{FF2B5EF4-FFF2-40B4-BE49-F238E27FC236}">
                  <a16:creationId xmlns:a16="http://schemas.microsoft.com/office/drawing/2014/main" id="{73FD25A4-A3FC-AB3A-17DF-236B0616F9EA}"/>
                </a:ext>
              </a:extLst>
            </p:cNvPr>
            <p:cNvSpPr/>
            <p:nvPr/>
          </p:nvSpPr>
          <p:spPr>
            <a:xfrm>
              <a:off x="5501766" y="2682621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33">
              <a:extLst>
                <a:ext uri="{FF2B5EF4-FFF2-40B4-BE49-F238E27FC236}">
                  <a16:creationId xmlns:a16="http://schemas.microsoft.com/office/drawing/2014/main" id="{7D5810CF-31E8-9201-5A68-1B5251277FA4}"/>
                </a:ext>
              </a:extLst>
            </p:cNvPr>
            <p:cNvSpPr/>
            <p:nvPr/>
          </p:nvSpPr>
          <p:spPr>
            <a:xfrm>
              <a:off x="5797168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34">
            <a:extLst>
              <a:ext uri="{FF2B5EF4-FFF2-40B4-BE49-F238E27FC236}">
                <a16:creationId xmlns:a16="http://schemas.microsoft.com/office/drawing/2014/main" id="{D4DA4A97-9929-8409-4DBB-8F17E4444E3C}"/>
              </a:ext>
            </a:extLst>
          </p:cNvPr>
          <p:cNvSpPr txBox="1"/>
          <p:nvPr/>
        </p:nvSpPr>
        <p:spPr>
          <a:xfrm>
            <a:off x="7626246" y="1939162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C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3CC6BBA-635E-99F9-FCBB-6527577D59A5}"/>
              </a:ext>
            </a:extLst>
          </p:cNvPr>
          <p:cNvSpPr/>
          <p:nvPr/>
        </p:nvSpPr>
        <p:spPr>
          <a:xfrm>
            <a:off x="1285502" y="2434468"/>
            <a:ext cx="5948822" cy="1832732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4" name="object 31">
            <a:extLst>
              <a:ext uri="{FF2B5EF4-FFF2-40B4-BE49-F238E27FC236}">
                <a16:creationId xmlns:a16="http://schemas.microsoft.com/office/drawing/2014/main" id="{52BE656F-79D8-2F89-2F03-33A4C2F8059A}"/>
              </a:ext>
            </a:extLst>
          </p:cNvPr>
          <p:cNvGrpSpPr/>
          <p:nvPr/>
        </p:nvGrpSpPr>
        <p:grpSpPr>
          <a:xfrm>
            <a:off x="7223909" y="3324224"/>
            <a:ext cx="638810" cy="333375"/>
            <a:chOff x="5492241" y="2515870"/>
            <a:chExt cx="638810" cy="333375"/>
          </a:xfrm>
          <a:solidFill>
            <a:schemeClr val="accent6">
              <a:lumMod val="75000"/>
            </a:schemeClr>
          </a:solidFill>
        </p:grpSpPr>
        <p:sp>
          <p:nvSpPr>
            <p:cNvPr id="55" name="object 32">
              <a:extLst>
                <a:ext uri="{FF2B5EF4-FFF2-40B4-BE49-F238E27FC236}">
                  <a16:creationId xmlns:a16="http://schemas.microsoft.com/office/drawing/2014/main" id="{8BD0D071-B8B8-575C-D472-231C1B6D550E}"/>
                </a:ext>
              </a:extLst>
            </p:cNvPr>
            <p:cNvSpPr/>
            <p:nvPr/>
          </p:nvSpPr>
          <p:spPr>
            <a:xfrm>
              <a:off x="5501766" y="2682621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33">
              <a:extLst>
                <a:ext uri="{FF2B5EF4-FFF2-40B4-BE49-F238E27FC236}">
                  <a16:creationId xmlns:a16="http://schemas.microsoft.com/office/drawing/2014/main" id="{005ADC0F-E449-629D-72F8-B1E21CA5AEEC}"/>
                </a:ext>
              </a:extLst>
            </p:cNvPr>
            <p:cNvSpPr/>
            <p:nvPr/>
          </p:nvSpPr>
          <p:spPr>
            <a:xfrm>
              <a:off x="5797168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34">
            <a:extLst>
              <a:ext uri="{FF2B5EF4-FFF2-40B4-BE49-F238E27FC236}">
                <a16:creationId xmlns:a16="http://schemas.microsoft.com/office/drawing/2014/main" id="{07B1484D-C46C-7A6C-6558-76665CE5B394}"/>
              </a:ext>
            </a:extLst>
          </p:cNvPr>
          <p:cNvSpPr txBox="1"/>
          <p:nvPr/>
        </p:nvSpPr>
        <p:spPr>
          <a:xfrm>
            <a:off x="7626246" y="3358386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D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3AEE3D1-8993-CB91-45DE-F32A8FEA03E3}"/>
              </a:ext>
            </a:extLst>
          </p:cNvPr>
          <p:cNvSpPr/>
          <p:nvPr/>
        </p:nvSpPr>
        <p:spPr>
          <a:xfrm>
            <a:off x="1283828" y="4419600"/>
            <a:ext cx="5948822" cy="2438400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9" name="object 31">
            <a:extLst>
              <a:ext uri="{FF2B5EF4-FFF2-40B4-BE49-F238E27FC236}">
                <a16:creationId xmlns:a16="http://schemas.microsoft.com/office/drawing/2014/main" id="{83BE2BF8-C49E-F1A3-ABB5-ABA5F2C1021E}"/>
              </a:ext>
            </a:extLst>
          </p:cNvPr>
          <p:cNvGrpSpPr/>
          <p:nvPr/>
        </p:nvGrpSpPr>
        <p:grpSpPr>
          <a:xfrm>
            <a:off x="7223909" y="5204432"/>
            <a:ext cx="638810" cy="333375"/>
            <a:chOff x="5492241" y="2515870"/>
            <a:chExt cx="638810" cy="333375"/>
          </a:xfrm>
          <a:solidFill>
            <a:schemeClr val="accent6">
              <a:lumMod val="75000"/>
            </a:schemeClr>
          </a:solidFill>
        </p:grpSpPr>
        <p:sp>
          <p:nvSpPr>
            <p:cNvPr id="60" name="object 32">
              <a:extLst>
                <a:ext uri="{FF2B5EF4-FFF2-40B4-BE49-F238E27FC236}">
                  <a16:creationId xmlns:a16="http://schemas.microsoft.com/office/drawing/2014/main" id="{E62A42B9-7B97-0F6A-4645-9F8E47177E35}"/>
                </a:ext>
              </a:extLst>
            </p:cNvPr>
            <p:cNvSpPr/>
            <p:nvPr/>
          </p:nvSpPr>
          <p:spPr>
            <a:xfrm>
              <a:off x="5501766" y="2682621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33">
              <a:extLst>
                <a:ext uri="{FF2B5EF4-FFF2-40B4-BE49-F238E27FC236}">
                  <a16:creationId xmlns:a16="http://schemas.microsoft.com/office/drawing/2014/main" id="{2C64ED22-0872-9C01-85D4-25F3B35497F9}"/>
                </a:ext>
              </a:extLst>
            </p:cNvPr>
            <p:cNvSpPr/>
            <p:nvPr/>
          </p:nvSpPr>
          <p:spPr>
            <a:xfrm>
              <a:off x="5797168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34">
            <a:extLst>
              <a:ext uri="{FF2B5EF4-FFF2-40B4-BE49-F238E27FC236}">
                <a16:creationId xmlns:a16="http://schemas.microsoft.com/office/drawing/2014/main" id="{FCD95BF2-06E9-8C8E-46ED-23ACB3FB76E3}"/>
              </a:ext>
            </a:extLst>
          </p:cNvPr>
          <p:cNvSpPr txBox="1"/>
          <p:nvPr/>
        </p:nvSpPr>
        <p:spPr>
          <a:xfrm>
            <a:off x="7626246" y="5238594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E</a:t>
            </a:r>
            <a:endParaRPr sz="1400" dirty="0">
              <a:latin typeface="Malgun Gothic"/>
              <a:cs typeface="Malgun Gothic"/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CEEB0A94-A4A3-3B3F-6026-08760062D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626" y="668264"/>
            <a:ext cx="1767092" cy="6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959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8563F-A462-1344-6B96-0161ECBC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C17BE94-658D-6F55-4455-6A6F15394A77}"/>
              </a:ext>
            </a:extLst>
          </p:cNvPr>
          <p:cNvSpPr/>
          <p:nvPr/>
        </p:nvSpPr>
        <p:spPr>
          <a:xfrm>
            <a:off x="8372475" y="0"/>
            <a:ext cx="3819525" cy="6858000"/>
          </a:xfrm>
          <a:custGeom>
            <a:avLst/>
            <a:gdLst/>
            <a:ahLst/>
            <a:cxnLst/>
            <a:rect l="l" t="t" r="r" b="b"/>
            <a:pathLst>
              <a:path w="3819525" h="6858000">
                <a:moveTo>
                  <a:pt x="3819525" y="0"/>
                </a:moveTo>
                <a:lnTo>
                  <a:pt x="0" y="0"/>
                </a:lnTo>
                <a:lnTo>
                  <a:pt x="0" y="6858000"/>
                </a:lnTo>
                <a:lnTo>
                  <a:pt x="3819525" y="6858000"/>
                </a:lnTo>
                <a:lnTo>
                  <a:pt x="381952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AB345E2-57CD-30D0-F698-DB0802DE1972}"/>
              </a:ext>
            </a:extLst>
          </p:cNvPr>
          <p:cNvSpPr txBox="1"/>
          <p:nvPr/>
        </p:nvSpPr>
        <p:spPr>
          <a:xfrm>
            <a:off x="8833230" y="1808200"/>
            <a:ext cx="2917065" cy="907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가게 상세 페이지 입니다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프로필</a:t>
            </a:r>
            <a:r>
              <a:rPr lang="en-US" altLang="ko-KR" sz="1100" spc="-160" dirty="0">
                <a:latin typeface="Malgun Gothic"/>
                <a:cs typeface="Malgun Gothic"/>
              </a:rPr>
              <a:t>, </a:t>
            </a:r>
            <a:r>
              <a:rPr lang="ko-KR" altLang="en-US" sz="1100" spc="-160" dirty="0">
                <a:latin typeface="Malgun Gothic"/>
                <a:cs typeface="Malgun Gothic"/>
              </a:rPr>
              <a:t>판매 상품</a:t>
            </a:r>
            <a:r>
              <a:rPr lang="en-US" altLang="ko-KR" sz="1100" spc="-160" dirty="0">
                <a:latin typeface="Malgun Gothic"/>
                <a:cs typeface="Malgun Gothic"/>
              </a:rPr>
              <a:t>, </a:t>
            </a:r>
            <a:r>
              <a:rPr lang="ko-KR" altLang="en-US" sz="1100" spc="-160" dirty="0">
                <a:latin typeface="Malgun Gothic"/>
                <a:cs typeface="Malgun Gothic"/>
              </a:rPr>
              <a:t>후기 페이지가 있습니다</a:t>
            </a:r>
            <a:r>
              <a:rPr lang="en-US" altLang="ko-KR" sz="1100" spc="-160" dirty="0">
                <a:latin typeface="Malgun Gothic"/>
                <a:cs typeface="Malgun Gothic"/>
              </a:rPr>
              <a:t>. 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판매 상품 페이지에서는 가게에 등록한 모든</a:t>
            </a:r>
            <a:r>
              <a:rPr lang="en-US" altLang="ko-KR" sz="1100" spc="-160" dirty="0">
                <a:latin typeface="Malgun Gothic"/>
                <a:cs typeface="Malgun Gothic"/>
              </a:rPr>
              <a:t> </a:t>
            </a:r>
            <a:r>
              <a:rPr lang="ko-KR" altLang="en-US" sz="1100" spc="-160" dirty="0">
                <a:latin typeface="Malgun Gothic"/>
                <a:cs typeface="Malgun Gothic"/>
              </a:rPr>
              <a:t>상품이 무한 스크롤 방식으로 표시됩니다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78C0E7C7-8BAC-7B48-AF13-B2B6134D606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68125" y="6419741"/>
            <a:ext cx="231140" cy="21095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pc="-25" dirty="0"/>
              <a:t>8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3CE4D049-6F18-DF04-1C85-2CB81E1CDA2D}"/>
              </a:ext>
            </a:extLst>
          </p:cNvPr>
          <p:cNvSpPr/>
          <p:nvPr/>
        </p:nvSpPr>
        <p:spPr>
          <a:xfrm>
            <a:off x="8833230" y="1550073"/>
            <a:ext cx="2917066" cy="126328"/>
          </a:xfrm>
          <a:custGeom>
            <a:avLst/>
            <a:gdLst/>
            <a:ahLst/>
            <a:cxnLst/>
            <a:rect l="l" t="t" r="r" b="b"/>
            <a:pathLst>
              <a:path w="2682875" h="154305">
                <a:moveTo>
                  <a:pt x="2682494" y="0"/>
                </a:moveTo>
                <a:lnTo>
                  <a:pt x="0" y="0"/>
                </a:lnTo>
                <a:lnTo>
                  <a:pt x="0" y="153885"/>
                </a:lnTo>
                <a:lnTo>
                  <a:pt x="2682494" y="153885"/>
                </a:lnTo>
                <a:lnTo>
                  <a:pt x="268249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6">
            <a:extLst>
              <a:ext uri="{FF2B5EF4-FFF2-40B4-BE49-F238E27FC236}">
                <a16:creationId xmlns:a16="http://schemas.microsoft.com/office/drawing/2014/main" id="{259006CC-1021-C127-E85A-4B7D1DE6DBD5}"/>
              </a:ext>
            </a:extLst>
          </p:cNvPr>
          <p:cNvSpPr txBox="1"/>
          <p:nvPr/>
        </p:nvSpPr>
        <p:spPr>
          <a:xfrm>
            <a:off x="8833231" y="3194905"/>
            <a:ext cx="2612390" cy="226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 startAt="6"/>
            </a:pPr>
            <a:r>
              <a:rPr lang="ko-KR" altLang="en-US" sz="1200" b="1" dirty="0">
                <a:latin typeface="Malgun Gothic"/>
                <a:cs typeface="Malgun Gothic"/>
              </a:rPr>
              <a:t>등록된 상품 목록</a:t>
            </a:r>
            <a:endParaRPr lang="en-US" altLang="ko-KR" sz="1200" b="1" dirty="0">
              <a:latin typeface="Malgun Gothic"/>
              <a:cs typeface="Malgun Gothic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1A5061F-E6D2-E53D-41F7-D38900490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14" y="0"/>
            <a:ext cx="7189004" cy="685800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681E0409-FD57-F8FB-E0ED-ADBA8FED9D4B}"/>
              </a:ext>
            </a:extLst>
          </p:cNvPr>
          <p:cNvSpPr txBox="1"/>
          <p:nvPr/>
        </p:nvSpPr>
        <p:spPr>
          <a:xfrm>
            <a:off x="8833230" y="1415923"/>
            <a:ext cx="2977769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85" dirty="0">
                <a:latin typeface="Malgun Gothic"/>
                <a:cs typeface="Malgun Gothic"/>
              </a:rPr>
              <a:t>3-2</a:t>
            </a:r>
            <a:r>
              <a:rPr sz="1400" b="1" spc="85" dirty="0">
                <a:latin typeface="Malgun Gothic"/>
                <a:cs typeface="Malgun Gothic"/>
              </a:rPr>
              <a:t>.</a:t>
            </a:r>
            <a:r>
              <a:rPr lang="en-US" sz="1400" b="1" spc="85" dirty="0">
                <a:latin typeface="Malgun Gothic"/>
                <a:cs typeface="Malgun Gothic"/>
              </a:rPr>
              <a:t> </a:t>
            </a:r>
            <a:r>
              <a:rPr lang="ko-KR" altLang="en-US" sz="1400" b="1" spc="-135" dirty="0">
                <a:latin typeface="Malgun Gothic"/>
                <a:cs typeface="Malgun Gothic"/>
              </a:rPr>
              <a:t>가게</a:t>
            </a:r>
            <a:r>
              <a:rPr lang="ko-KR" altLang="en-US" sz="1400" b="1" spc="-100" dirty="0">
                <a:latin typeface="Malgun Gothic"/>
                <a:cs typeface="Malgun Gothic"/>
              </a:rPr>
              <a:t> </a:t>
            </a:r>
            <a:r>
              <a:rPr lang="ko-KR" altLang="en-US" sz="1400" b="1" spc="-140" dirty="0">
                <a:latin typeface="Malgun Gothic"/>
                <a:cs typeface="Malgun Gothic"/>
              </a:rPr>
              <a:t>상세</a:t>
            </a:r>
            <a:r>
              <a:rPr lang="ko-KR" altLang="en-US" sz="1400" b="1" spc="-114" dirty="0">
                <a:latin typeface="Malgun Gothic"/>
                <a:cs typeface="Malgun Gothic"/>
              </a:rPr>
              <a:t> </a:t>
            </a:r>
            <a:r>
              <a:rPr lang="ko-KR" altLang="en-US" sz="1400" b="1" spc="-140" dirty="0">
                <a:latin typeface="Malgun Gothic"/>
                <a:cs typeface="Malgun Gothic"/>
              </a:rPr>
              <a:t>페이지</a:t>
            </a:r>
            <a:r>
              <a:rPr lang="ko-KR" altLang="en-US" sz="1400" b="1" spc="-105" dirty="0">
                <a:latin typeface="Malgun Gothic"/>
                <a:cs typeface="Malgun Gothic"/>
              </a:rPr>
              <a:t> </a:t>
            </a:r>
            <a:r>
              <a:rPr lang="ko-KR" altLang="en-US" sz="1400" b="1" spc="-25" dirty="0">
                <a:latin typeface="Malgun Gothic"/>
                <a:cs typeface="Malgun Gothic"/>
              </a:rPr>
              <a:t>설명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DD4EBBB-2D46-300D-9052-9E86BCFD805E}"/>
              </a:ext>
            </a:extLst>
          </p:cNvPr>
          <p:cNvSpPr/>
          <p:nvPr/>
        </p:nvSpPr>
        <p:spPr>
          <a:xfrm>
            <a:off x="1066800" y="1905000"/>
            <a:ext cx="6815818" cy="2971800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1" name="object 31">
            <a:extLst>
              <a:ext uri="{FF2B5EF4-FFF2-40B4-BE49-F238E27FC236}">
                <a16:creationId xmlns:a16="http://schemas.microsoft.com/office/drawing/2014/main" id="{998FDB24-AEF0-414B-AB23-CE1883CEBF4A}"/>
              </a:ext>
            </a:extLst>
          </p:cNvPr>
          <p:cNvGrpSpPr/>
          <p:nvPr/>
        </p:nvGrpSpPr>
        <p:grpSpPr>
          <a:xfrm>
            <a:off x="7289528" y="1496215"/>
            <a:ext cx="590167" cy="333375"/>
            <a:chOff x="5540376" y="2515870"/>
            <a:chExt cx="590167" cy="333375"/>
          </a:xfrm>
          <a:solidFill>
            <a:schemeClr val="accent6">
              <a:lumMod val="75000"/>
            </a:schemeClr>
          </a:solidFill>
        </p:grpSpPr>
        <p:sp>
          <p:nvSpPr>
            <p:cNvPr id="23" name="object 32">
              <a:extLst>
                <a:ext uri="{FF2B5EF4-FFF2-40B4-BE49-F238E27FC236}">
                  <a16:creationId xmlns:a16="http://schemas.microsoft.com/office/drawing/2014/main" id="{154D60F8-88F9-5D5F-8C70-63D32323DB78}"/>
                </a:ext>
              </a:extLst>
            </p:cNvPr>
            <p:cNvSpPr/>
            <p:nvPr/>
          </p:nvSpPr>
          <p:spPr>
            <a:xfrm rot="20055758">
              <a:off x="5540376" y="2827855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33">
              <a:extLst>
                <a:ext uri="{FF2B5EF4-FFF2-40B4-BE49-F238E27FC236}">
                  <a16:creationId xmlns:a16="http://schemas.microsoft.com/office/drawing/2014/main" id="{9DCFB9B4-BB6B-95E5-A3E4-22A5D16BB437}"/>
                </a:ext>
              </a:extLst>
            </p:cNvPr>
            <p:cNvSpPr/>
            <p:nvPr/>
          </p:nvSpPr>
          <p:spPr>
            <a:xfrm>
              <a:off x="5797168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34">
            <a:extLst>
              <a:ext uri="{FF2B5EF4-FFF2-40B4-BE49-F238E27FC236}">
                <a16:creationId xmlns:a16="http://schemas.microsoft.com/office/drawing/2014/main" id="{EB2C3FAE-EE3A-D251-87FC-8BA090F913DE}"/>
              </a:ext>
            </a:extLst>
          </p:cNvPr>
          <p:cNvSpPr txBox="1"/>
          <p:nvPr/>
        </p:nvSpPr>
        <p:spPr>
          <a:xfrm>
            <a:off x="7643730" y="1530377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F</a:t>
            </a:r>
            <a:endParaRPr sz="1400" dirty="0"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32719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533FF-BF36-2F5A-2679-DCB981620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AD3C261-3921-7980-9EE6-CF6541817DD5}"/>
              </a:ext>
            </a:extLst>
          </p:cNvPr>
          <p:cNvSpPr/>
          <p:nvPr/>
        </p:nvSpPr>
        <p:spPr>
          <a:xfrm>
            <a:off x="8372475" y="0"/>
            <a:ext cx="3819525" cy="6858000"/>
          </a:xfrm>
          <a:custGeom>
            <a:avLst/>
            <a:gdLst/>
            <a:ahLst/>
            <a:cxnLst/>
            <a:rect l="l" t="t" r="r" b="b"/>
            <a:pathLst>
              <a:path w="3819525" h="6858000">
                <a:moveTo>
                  <a:pt x="3819525" y="0"/>
                </a:moveTo>
                <a:lnTo>
                  <a:pt x="0" y="0"/>
                </a:lnTo>
                <a:lnTo>
                  <a:pt x="0" y="6858000"/>
                </a:lnTo>
                <a:lnTo>
                  <a:pt x="3819525" y="6858000"/>
                </a:lnTo>
                <a:lnTo>
                  <a:pt x="381952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7A14CF5-B638-DA8D-FFDF-CB4098F543B9}"/>
              </a:ext>
            </a:extLst>
          </p:cNvPr>
          <p:cNvSpPr txBox="1"/>
          <p:nvPr/>
        </p:nvSpPr>
        <p:spPr>
          <a:xfrm>
            <a:off x="8833230" y="1808200"/>
            <a:ext cx="2917065" cy="1140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가게 상세 페이지 입니다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프로필</a:t>
            </a:r>
            <a:r>
              <a:rPr lang="en-US" altLang="ko-KR" sz="1100" spc="-160" dirty="0">
                <a:latin typeface="Malgun Gothic"/>
                <a:cs typeface="Malgun Gothic"/>
              </a:rPr>
              <a:t>, </a:t>
            </a:r>
            <a:r>
              <a:rPr lang="ko-KR" altLang="en-US" sz="1100" spc="-160" dirty="0">
                <a:latin typeface="Malgun Gothic"/>
                <a:cs typeface="Malgun Gothic"/>
              </a:rPr>
              <a:t>판매 상품</a:t>
            </a:r>
            <a:r>
              <a:rPr lang="en-US" altLang="ko-KR" sz="1100" spc="-160" dirty="0">
                <a:latin typeface="Malgun Gothic"/>
                <a:cs typeface="Malgun Gothic"/>
              </a:rPr>
              <a:t>, </a:t>
            </a:r>
            <a:r>
              <a:rPr lang="ko-KR" altLang="en-US" sz="1100" spc="-160" dirty="0">
                <a:latin typeface="Malgun Gothic"/>
                <a:cs typeface="Malgun Gothic"/>
              </a:rPr>
              <a:t>후기 페이지가 있습니다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후기 페이지에서는 해당 가게의 상품에 달린 모든</a:t>
            </a:r>
            <a:endParaRPr lang="en-US" altLang="ko-KR" sz="1100" spc="-16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후기를 무한 스크롤로 표시하며</a:t>
            </a:r>
            <a:r>
              <a:rPr lang="en-US" altLang="ko-KR" sz="1100" spc="-160" dirty="0">
                <a:latin typeface="Malgun Gothic"/>
                <a:cs typeface="Malgun Gothic"/>
              </a:rPr>
              <a:t>,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왼쪽 영역에 후기의 점수 요약본을 보여줍니다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CF07BC7A-5AE5-C513-67BA-698FCE94506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68125" y="6419741"/>
            <a:ext cx="231140" cy="21095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pc="-25" dirty="0"/>
              <a:t>9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8FCD190E-8971-F1D6-1A17-5B05F46702E0}"/>
              </a:ext>
            </a:extLst>
          </p:cNvPr>
          <p:cNvSpPr/>
          <p:nvPr/>
        </p:nvSpPr>
        <p:spPr>
          <a:xfrm>
            <a:off x="8833230" y="1550073"/>
            <a:ext cx="2917066" cy="126328"/>
          </a:xfrm>
          <a:custGeom>
            <a:avLst/>
            <a:gdLst/>
            <a:ahLst/>
            <a:cxnLst/>
            <a:rect l="l" t="t" r="r" b="b"/>
            <a:pathLst>
              <a:path w="2682875" h="154305">
                <a:moveTo>
                  <a:pt x="2682494" y="0"/>
                </a:moveTo>
                <a:lnTo>
                  <a:pt x="0" y="0"/>
                </a:lnTo>
                <a:lnTo>
                  <a:pt x="0" y="153885"/>
                </a:lnTo>
                <a:lnTo>
                  <a:pt x="2682494" y="153885"/>
                </a:lnTo>
                <a:lnTo>
                  <a:pt x="268249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6">
            <a:extLst>
              <a:ext uri="{FF2B5EF4-FFF2-40B4-BE49-F238E27FC236}">
                <a16:creationId xmlns:a16="http://schemas.microsoft.com/office/drawing/2014/main" id="{16BCA29E-516F-D5DD-9AF1-2849E560C1DE}"/>
              </a:ext>
            </a:extLst>
          </p:cNvPr>
          <p:cNvSpPr txBox="1"/>
          <p:nvPr/>
        </p:nvSpPr>
        <p:spPr>
          <a:xfrm>
            <a:off x="8833231" y="3194905"/>
            <a:ext cx="2612390" cy="4792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 startAt="7"/>
            </a:pPr>
            <a:r>
              <a:rPr lang="ko-KR" altLang="en-US" sz="1200" b="1" dirty="0">
                <a:latin typeface="Malgun Gothic"/>
                <a:cs typeface="Malgun Gothic"/>
              </a:rPr>
              <a:t>후기 점수 요약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 startAt="7"/>
            </a:pPr>
            <a:r>
              <a:rPr lang="ko-KR" altLang="en-US" sz="1200" b="1" dirty="0">
                <a:latin typeface="Malgun Gothic"/>
                <a:cs typeface="Malgun Gothic"/>
              </a:rPr>
              <a:t>상품에 등록된 후기 목록</a:t>
            </a:r>
            <a:endParaRPr lang="en-US" altLang="ko-KR" sz="1200" b="1" dirty="0">
              <a:latin typeface="Malgun Gothic"/>
              <a:cs typeface="Malgun Gothic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B015F16-00DD-BFA5-62EC-7671260B1D41}"/>
              </a:ext>
            </a:extLst>
          </p:cNvPr>
          <p:cNvSpPr txBox="1"/>
          <p:nvPr/>
        </p:nvSpPr>
        <p:spPr>
          <a:xfrm>
            <a:off x="8833230" y="1415923"/>
            <a:ext cx="2977769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85" dirty="0">
                <a:latin typeface="Malgun Gothic"/>
                <a:cs typeface="Malgun Gothic"/>
              </a:rPr>
              <a:t>3-3</a:t>
            </a:r>
            <a:r>
              <a:rPr sz="1400" b="1" spc="85" dirty="0">
                <a:latin typeface="Malgun Gothic"/>
                <a:cs typeface="Malgun Gothic"/>
              </a:rPr>
              <a:t>.</a:t>
            </a:r>
            <a:r>
              <a:rPr lang="en-US" sz="1400" b="1" spc="85" dirty="0">
                <a:latin typeface="Malgun Gothic"/>
                <a:cs typeface="Malgun Gothic"/>
              </a:rPr>
              <a:t> </a:t>
            </a:r>
            <a:r>
              <a:rPr lang="ko-KR" altLang="en-US" sz="1400" b="1" spc="-135" dirty="0">
                <a:latin typeface="Malgun Gothic"/>
                <a:cs typeface="Malgun Gothic"/>
              </a:rPr>
              <a:t>가게</a:t>
            </a:r>
            <a:r>
              <a:rPr lang="ko-KR" altLang="en-US" sz="1400" b="1" spc="-100" dirty="0">
                <a:latin typeface="Malgun Gothic"/>
                <a:cs typeface="Malgun Gothic"/>
              </a:rPr>
              <a:t> </a:t>
            </a:r>
            <a:r>
              <a:rPr lang="ko-KR" altLang="en-US" sz="1400" b="1" spc="-140" dirty="0">
                <a:latin typeface="Malgun Gothic"/>
                <a:cs typeface="Malgun Gothic"/>
              </a:rPr>
              <a:t>상세</a:t>
            </a:r>
            <a:r>
              <a:rPr lang="ko-KR" altLang="en-US" sz="1400" b="1" spc="-114" dirty="0">
                <a:latin typeface="Malgun Gothic"/>
                <a:cs typeface="Malgun Gothic"/>
              </a:rPr>
              <a:t> </a:t>
            </a:r>
            <a:r>
              <a:rPr lang="ko-KR" altLang="en-US" sz="1400" b="1" spc="-140" dirty="0">
                <a:latin typeface="Malgun Gothic"/>
                <a:cs typeface="Malgun Gothic"/>
              </a:rPr>
              <a:t>페이지</a:t>
            </a:r>
            <a:r>
              <a:rPr lang="ko-KR" altLang="en-US" sz="1400" b="1" spc="-105" dirty="0">
                <a:latin typeface="Malgun Gothic"/>
                <a:cs typeface="Malgun Gothic"/>
              </a:rPr>
              <a:t> </a:t>
            </a:r>
            <a:r>
              <a:rPr lang="ko-KR" altLang="en-US" sz="1400" b="1" spc="-25" dirty="0">
                <a:latin typeface="Malgun Gothic"/>
                <a:cs typeface="Malgun Gothic"/>
              </a:rPr>
              <a:t>설명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21" name="object 31">
            <a:extLst>
              <a:ext uri="{FF2B5EF4-FFF2-40B4-BE49-F238E27FC236}">
                <a16:creationId xmlns:a16="http://schemas.microsoft.com/office/drawing/2014/main" id="{036B7C47-8A2B-C5D1-8067-5BC908889CF8}"/>
              </a:ext>
            </a:extLst>
          </p:cNvPr>
          <p:cNvGrpSpPr/>
          <p:nvPr/>
        </p:nvGrpSpPr>
        <p:grpSpPr>
          <a:xfrm>
            <a:off x="7726217" y="1374776"/>
            <a:ext cx="590167" cy="333375"/>
            <a:chOff x="5540376" y="2515870"/>
            <a:chExt cx="590167" cy="333375"/>
          </a:xfrm>
          <a:solidFill>
            <a:schemeClr val="accent6">
              <a:lumMod val="75000"/>
            </a:schemeClr>
          </a:solidFill>
        </p:grpSpPr>
        <p:sp>
          <p:nvSpPr>
            <p:cNvPr id="23" name="object 32">
              <a:extLst>
                <a:ext uri="{FF2B5EF4-FFF2-40B4-BE49-F238E27FC236}">
                  <a16:creationId xmlns:a16="http://schemas.microsoft.com/office/drawing/2014/main" id="{B0652D15-0A23-C5BD-D4AF-44771E3CDC1B}"/>
                </a:ext>
              </a:extLst>
            </p:cNvPr>
            <p:cNvSpPr/>
            <p:nvPr/>
          </p:nvSpPr>
          <p:spPr>
            <a:xfrm rot="20055758">
              <a:off x="5540376" y="2827855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33">
              <a:extLst>
                <a:ext uri="{FF2B5EF4-FFF2-40B4-BE49-F238E27FC236}">
                  <a16:creationId xmlns:a16="http://schemas.microsoft.com/office/drawing/2014/main" id="{1C6D3E12-94EC-87AD-9E99-10D8B15F97B6}"/>
                </a:ext>
              </a:extLst>
            </p:cNvPr>
            <p:cNvSpPr/>
            <p:nvPr/>
          </p:nvSpPr>
          <p:spPr>
            <a:xfrm>
              <a:off x="5797168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34">
            <a:extLst>
              <a:ext uri="{FF2B5EF4-FFF2-40B4-BE49-F238E27FC236}">
                <a16:creationId xmlns:a16="http://schemas.microsoft.com/office/drawing/2014/main" id="{B5CED8F6-4ACA-417B-9D67-91AA7D47A16D}"/>
              </a:ext>
            </a:extLst>
          </p:cNvPr>
          <p:cNvSpPr txBox="1"/>
          <p:nvPr/>
        </p:nvSpPr>
        <p:spPr>
          <a:xfrm>
            <a:off x="8080419" y="1408938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H</a:t>
            </a:r>
            <a:endParaRPr sz="1400" dirty="0">
              <a:latin typeface="Malgun Gothic"/>
              <a:cs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80E682-F0DB-233D-776B-A21B0E305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0"/>
            <a:ext cx="6775432" cy="685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0B5B2FA-14F9-FA31-C79E-369414F6309B}"/>
              </a:ext>
            </a:extLst>
          </p:cNvPr>
          <p:cNvSpPr/>
          <p:nvPr/>
        </p:nvSpPr>
        <p:spPr>
          <a:xfrm>
            <a:off x="2971800" y="1752599"/>
            <a:ext cx="4910818" cy="4667141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31">
            <a:extLst>
              <a:ext uri="{FF2B5EF4-FFF2-40B4-BE49-F238E27FC236}">
                <a16:creationId xmlns:a16="http://schemas.microsoft.com/office/drawing/2014/main" id="{B256BD91-3D8E-EDB6-FCA6-B5FEE08A9DAA}"/>
              </a:ext>
            </a:extLst>
          </p:cNvPr>
          <p:cNvGrpSpPr/>
          <p:nvPr/>
        </p:nvGrpSpPr>
        <p:grpSpPr>
          <a:xfrm>
            <a:off x="1752600" y="2667000"/>
            <a:ext cx="333375" cy="601052"/>
            <a:chOff x="5797168" y="2248193"/>
            <a:chExt cx="333375" cy="601052"/>
          </a:xfrm>
          <a:solidFill>
            <a:schemeClr val="accent6">
              <a:lumMod val="75000"/>
            </a:schemeClr>
          </a:solidFill>
        </p:grpSpPr>
        <p:sp>
          <p:nvSpPr>
            <p:cNvPr id="12" name="object 32">
              <a:extLst>
                <a:ext uri="{FF2B5EF4-FFF2-40B4-BE49-F238E27FC236}">
                  <a16:creationId xmlns:a16="http://schemas.microsoft.com/office/drawing/2014/main" id="{31C8A9DB-6D7A-91D9-FC19-E22D3562E0A4}"/>
                </a:ext>
              </a:extLst>
            </p:cNvPr>
            <p:cNvSpPr/>
            <p:nvPr/>
          </p:nvSpPr>
          <p:spPr>
            <a:xfrm rot="4554983">
              <a:off x="5727059" y="2400593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33">
              <a:extLst>
                <a:ext uri="{FF2B5EF4-FFF2-40B4-BE49-F238E27FC236}">
                  <a16:creationId xmlns:a16="http://schemas.microsoft.com/office/drawing/2014/main" id="{69C11130-B3AE-2075-1DE9-2D1C9076FF21}"/>
                </a:ext>
              </a:extLst>
            </p:cNvPr>
            <p:cNvSpPr/>
            <p:nvPr/>
          </p:nvSpPr>
          <p:spPr>
            <a:xfrm>
              <a:off x="5797168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34">
            <a:extLst>
              <a:ext uri="{FF2B5EF4-FFF2-40B4-BE49-F238E27FC236}">
                <a16:creationId xmlns:a16="http://schemas.microsoft.com/office/drawing/2014/main" id="{E6B8AE8B-C6FE-32A3-2E9C-EEBBD2B0EF14}"/>
              </a:ext>
            </a:extLst>
          </p:cNvPr>
          <p:cNvSpPr txBox="1"/>
          <p:nvPr/>
        </p:nvSpPr>
        <p:spPr>
          <a:xfrm>
            <a:off x="1850010" y="2968839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G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07A54B-3503-AF99-4317-BB9CC64CED03}"/>
              </a:ext>
            </a:extLst>
          </p:cNvPr>
          <p:cNvSpPr/>
          <p:nvPr/>
        </p:nvSpPr>
        <p:spPr>
          <a:xfrm>
            <a:off x="1066800" y="1808200"/>
            <a:ext cx="1828800" cy="861761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9B71147-4E3D-CDD8-21E8-278F5BAC9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256" y="3429000"/>
            <a:ext cx="1667314" cy="1676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752CC68-28A1-D405-0FC8-31888EF6548E}"/>
              </a:ext>
            </a:extLst>
          </p:cNvPr>
          <p:cNvCxnSpPr/>
          <p:nvPr/>
        </p:nvCxnSpPr>
        <p:spPr>
          <a:xfrm>
            <a:off x="2438400" y="2743200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790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841E6-1DB5-EFC4-6D63-8AD78643D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2ED8B0-02B0-E57A-3950-59451C4733A6}"/>
              </a:ext>
            </a:extLst>
          </p:cNvPr>
          <p:cNvSpPr/>
          <p:nvPr/>
        </p:nvSpPr>
        <p:spPr>
          <a:xfrm>
            <a:off x="8372475" y="0"/>
            <a:ext cx="3819525" cy="6858000"/>
          </a:xfrm>
          <a:custGeom>
            <a:avLst/>
            <a:gdLst/>
            <a:ahLst/>
            <a:cxnLst/>
            <a:rect l="l" t="t" r="r" b="b"/>
            <a:pathLst>
              <a:path w="3819525" h="6858000">
                <a:moveTo>
                  <a:pt x="3819525" y="0"/>
                </a:moveTo>
                <a:lnTo>
                  <a:pt x="0" y="0"/>
                </a:lnTo>
                <a:lnTo>
                  <a:pt x="0" y="6858000"/>
                </a:lnTo>
                <a:lnTo>
                  <a:pt x="3819525" y="6858000"/>
                </a:lnTo>
                <a:lnTo>
                  <a:pt x="381952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492DF67-99EC-450A-6839-9E9A73D8684D}"/>
              </a:ext>
            </a:extLst>
          </p:cNvPr>
          <p:cNvSpPr txBox="1"/>
          <p:nvPr/>
        </p:nvSpPr>
        <p:spPr>
          <a:xfrm>
            <a:off x="8833230" y="1808200"/>
            <a:ext cx="2917065" cy="1127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 등록 페이지 입니다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상품의 기본 정보들을 입력하여 상품을 등록합니다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상품의 카테고리를 선택할 수 있으며</a:t>
            </a:r>
            <a:r>
              <a:rPr lang="en-US" altLang="ko-KR" sz="1100" spc="-160" dirty="0">
                <a:latin typeface="Malgun Gothic"/>
                <a:cs typeface="Malgun Gothic"/>
              </a:rPr>
              <a:t>,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 설명을 위한 이미지와 상품의 여러 옵션을 추가할 수 있습니다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D1B6FCD5-8695-EEB7-F108-7401A4D6267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68125" y="6419741"/>
            <a:ext cx="231140" cy="21095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pc="-25" dirty="0"/>
              <a:t>10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B105458F-F0FB-764B-1145-B2D59FCC72FA}"/>
              </a:ext>
            </a:extLst>
          </p:cNvPr>
          <p:cNvSpPr/>
          <p:nvPr/>
        </p:nvSpPr>
        <p:spPr>
          <a:xfrm>
            <a:off x="8833230" y="1550073"/>
            <a:ext cx="2917066" cy="126328"/>
          </a:xfrm>
          <a:custGeom>
            <a:avLst/>
            <a:gdLst/>
            <a:ahLst/>
            <a:cxnLst/>
            <a:rect l="l" t="t" r="r" b="b"/>
            <a:pathLst>
              <a:path w="2682875" h="154305">
                <a:moveTo>
                  <a:pt x="2682494" y="0"/>
                </a:moveTo>
                <a:lnTo>
                  <a:pt x="0" y="0"/>
                </a:lnTo>
                <a:lnTo>
                  <a:pt x="0" y="153885"/>
                </a:lnTo>
                <a:lnTo>
                  <a:pt x="2682494" y="153885"/>
                </a:lnTo>
                <a:lnTo>
                  <a:pt x="268249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6">
            <a:extLst>
              <a:ext uri="{FF2B5EF4-FFF2-40B4-BE49-F238E27FC236}">
                <a16:creationId xmlns:a16="http://schemas.microsoft.com/office/drawing/2014/main" id="{385871EA-4505-33B5-05C0-F966471DB66A}"/>
              </a:ext>
            </a:extLst>
          </p:cNvPr>
          <p:cNvSpPr txBox="1"/>
          <p:nvPr/>
        </p:nvSpPr>
        <p:spPr>
          <a:xfrm>
            <a:off x="8833231" y="3194905"/>
            <a:ext cx="2612390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상품 수정 버튼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상품명 입력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카테고리 및 드롭 박스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소개 글 입력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가격 입력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수량 입력 영역</a:t>
            </a:r>
            <a:endParaRPr lang="en-US" altLang="ko-KR" sz="1200" b="1" dirty="0">
              <a:latin typeface="Malgun Gothic"/>
              <a:cs typeface="Malgun Gothic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33E59EB-4981-9D44-996E-7E6004FE85DC}"/>
              </a:ext>
            </a:extLst>
          </p:cNvPr>
          <p:cNvSpPr txBox="1"/>
          <p:nvPr/>
        </p:nvSpPr>
        <p:spPr>
          <a:xfrm>
            <a:off x="8833230" y="1415923"/>
            <a:ext cx="2977769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85" dirty="0">
                <a:latin typeface="Malgun Gothic"/>
                <a:cs typeface="Malgun Gothic"/>
              </a:rPr>
              <a:t>4-1</a:t>
            </a:r>
            <a:r>
              <a:rPr sz="1400" b="1" spc="85" dirty="0">
                <a:latin typeface="Malgun Gothic"/>
                <a:cs typeface="Malgun Gothic"/>
              </a:rPr>
              <a:t>.</a:t>
            </a:r>
            <a:r>
              <a:rPr lang="en-US" sz="1400" b="1" spc="85" dirty="0">
                <a:latin typeface="Malgun Gothic"/>
                <a:cs typeface="Malgun Gothic"/>
              </a:rPr>
              <a:t> </a:t>
            </a:r>
            <a:r>
              <a:rPr lang="ko-KR" altLang="en-US" sz="1400" b="1" spc="-135" dirty="0">
                <a:latin typeface="Malgun Gothic"/>
                <a:cs typeface="Malgun Gothic"/>
              </a:rPr>
              <a:t>상품</a:t>
            </a:r>
            <a:r>
              <a:rPr lang="en-US" altLang="ko-KR" sz="1400" b="1" spc="-135" dirty="0">
                <a:latin typeface="Malgun Gothic"/>
                <a:cs typeface="Malgun Gothic"/>
              </a:rPr>
              <a:t> </a:t>
            </a:r>
            <a:r>
              <a:rPr lang="ko-KR" altLang="en-US" sz="1400" b="1" spc="-135" dirty="0">
                <a:latin typeface="Malgun Gothic"/>
                <a:cs typeface="Malgun Gothic"/>
              </a:rPr>
              <a:t>등록 </a:t>
            </a:r>
            <a:r>
              <a:rPr lang="ko-KR" altLang="en-US" sz="1400" b="1" spc="-140" dirty="0">
                <a:latin typeface="Malgun Gothic"/>
                <a:cs typeface="Malgun Gothic"/>
              </a:rPr>
              <a:t>페이지</a:t>
            </a:r>
            <a:r>
              <a:rPr lang="ko-KR" altLang="en-US" sz="1400" b="1" spc="-105" dirty="0">
                <a:latin typeface="Malgun Gothic"/>
                <a:cs typeface="Malgun Gothic"/>
              </a:rPr>
              <a:t> </a:t>
            </a:r>
            <a:r>
              <a:rPr lang="ko-KR" altLang="en-US" sz="1400" b="1" spc="-25" dirty="0">
                <a:latin typeface="Malgun Gothic"/>
                <a:cs typeface="Malgun Gothic"/>
              </a:rPr>
              <a:t>설명</a:t>
            </a:r>
            <a:endParaRPr sz="1400" dirty="0">
              <a:latin typeface="Malgun Gothic"/>
              <a:cs typeface="Malgun Gothic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B8A3A696-192D-B81A-F822-CF0D44D63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93" y="232"/>
            <a:ext cx="6300172" cy="6858000"/>
          </a:xfrm>
          <a:prstGeom prst="rect">
            <a:avLst/>
          </a:prstGeom>
        </p:spPr>
      </p:pic>
      <p:grpSp>
        <p:nvGrpSpPr>
          <p:cNvPr id="29" name="object 31">
            <a:extLst>
              <a:ext uri="{FF2B5EF4-FFF2-40B4-BE49-F238E27FC236}">
                <a16:creationId xmlns:a16="http://schemas.microsoft.com/office/drawing/2014/main" id="{93A2D467-5C6A-89D2-FDA4-47976DDE0ED7}"/>
              </a:ext>
            </a:extLst>
          </p:cNvPr>
          <p:cNvGrpSpPr/>
          <p:nvPr/>
        </p:nvGrpSpPr>
        <p:grpSpPr>
          <a:xfrm>
            <a:off x="6796449" y="42038"/>
            <a:ext cx="594951" cy="333375"/>
            <a:chOff x="5452027" y="2515870"/>
            <a:chExt cx="594951" cy="333375"/>
          </a:xfrm>
          <a:solidFill>
            <a:schemeClr val="accent6">
              <a:lumMod val="75000"/>
            </a:schemeClr>
          </a:solidFill>
        </p:grpSpPr>
        <p:sp>
          <p:nvSpPr>
            <p:cNvPr id="30" name="object 32">
              <a:extLst>
                <a:ext uri="{FF2B5EF4-FFF2-40B4-BE49-F238E27FC236}">
                  <a16:creationId xmlns:a16="http://schemas.microsoft.com/office/drawing/2014/main" id="{95A3DB49-9C57-394E-7203-EC9D63483823}"/>
                </a:ext>
              </a:extLst>
            </p:cNvPr>
            <p:cNvSpPr/>
            <p:nvPr/>
          </p:nvSpPr>
          <p:spPr>
            <a:xfrm>
              <a:off x="5452027" y="2669243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object 33">
              <a:extLst>
                <a:ext uri="{FF2B5EF4-FFF2-40B4-BE49-F238E27FC236}">
                  <a16:creationId xmlns:a16="http://schemas.microsoft.com/office/drawing/2014/main" id="{AD3C5CC8-5C3E-31E7-517C-CB52F991B036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4">
            <a:extLst>
              <a:ext uri="{FF2B5EF4-FFF2-40B4-BE49-F238E27FC236}">
                <a16:creationId xmlns:a16="http://schemas.microsoft.com/office/drawing/2014/main" id="{1F293065-3654-837E-3668-2F5C9676FD19}"/>
              </a:ext>
            </a:extLst>
          </p:cNvPr>
          <p:cNvSpPr txBox="1"/>
          <p:nvPr/>
        </p:nvSpPr>
        <p:spPr>
          <a:xfrm>
            <a:off x="7154544" y="80956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A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33" name="object 31">
            <a:extLst>
              <a:ext uri="{FF2B5EF4-FFF2-40B4-BE49-F238E27FC236}">
                <a16:creationId xmlns:a16="http://schemas.microsoft.com/office/drawing/2014/main" id="{C72B1588-DC85-2339-AC0A-8A0F001C6866}"/>
              </a:ext>
            </a:extLst>
          </p:cNvPr>
          <p:cNvGrpSpPr/>
          <p:nvPr/>
        </p:nvGrpSpPr>
        <p:grpSpPr>
          <a:xfrm>
            <a:off x="6796449" y="2323282"/>
            <a:ext cx="594951" cy="333375"/>
            <a:chOff x="5452027" y="2515870"/>
            <a:chExt cx="594951" cy="333375"/>
          </a:xfrm>
          <a:solidFill>
            <a:schemeClr val="accent6">
              <a:lumMod val="75000"/>
            </a:schemeClr>
          </a:solidFill>
        </p:grpSpPr>
        <p:sp>
          <p:nvSpPr>
            <p:cNvPr id="34" name="object 32">
              <a:extLst>
                <a:ext uri="{FF2B5EF4-FFF2-40B4-BE49-F238E27FC236}">
                  <a16:creationId xmlns:a16="http://schemas.microsoft.com/office/drawing/2014/main" id="{4EE8BB60-312C-A661-597A-327B6186B0EB}"/>
                </a:ext>
              </a:extLst>
            </p:cNvPr>
            <p:cNvSpPr/>
            <p:nvPr/>
          </p:nvSpPr>
          <p:spPr>
            <a:xfrm>
              <a:off x="5452027" y="2669243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5" name="object 33">
              <a:extLst>
                <a:ext uri="{FF2B5EF4-FFF2-40B4-BE49-F238E27FC236}">
                  <a16:creationId xmlns:a16="http://schemas.microsoft.com/office/drawing/2014/main" id="{F3D9B935-632D-78EF-741C-690D6B845E8C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4">
            <a:extLst>
              <a:ext uri="{FF2B5EF4-FFF2-40B4-BE49-F238E27FC236}">
                <a16:creationId xmlns:a16="http://schemas.microsoft.com/office/drawing/2014/main" id="{EB9EB609-149C-36B9-F760-9F3274DCB94F}"/>
              </a:ext>
            </a:extLst>
          </p:cNvPr>
          <p:cNvSpPr txBox="1"/>
          <p:nvPr/>
        </p:nvSpPr>
        <p:spPr>
          <a:xfrm>
            <a:off x="7154544" y="2362200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C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44" name="object 31">
            <a:extLst>
              <a:ext uri="{FF2B5EF4-FFF2-40B4-BE49-F238E27FC236}">
                <a16:creationId xmlns:a16="http://schemas.microsoft.com/office/drawing/2014/main" id="{D72DAEC9-65F9-3B15-2EA1-2C17815DB081}"/>
              </a:ext>
            </a:extLst>
          </p:cNvPr>
          <p:cNvGrpSpPr/>
          <p:nvPr/>
        </p:nvGrpSpPr>
        <p:grpSpPr>
          <a:xfrm>
            <a:off x="6791010" y="824832"/>
            <a:ext cx="594951" cy="333375"/>
            <a:chOff x="5452027" y="2515870"/>
            <a:chExt cx="594951" cy="333375"/>
          </a:xfrm>
          <a:solidFill>
            <a:schemeClr val="accent6">
              <a:lumMod val="75000"/>
            </a:schemeClr>
          </a:solidFill>
        </p:grpSpPr>
        <p:sp>
          <p:nvSpPr>
            <p:cNvPr id="45" name="object 32">
              <a:extLst>
                <a:ext uri="{FF2B5EF4-FFF2-40B4-BE49-F238E27FC236}">
                  <a16:creationId xmlns:a16="http://schemas.microsoft.com/office/drawing/2014/main" id="{0EC4F24B-3560-A7A3-A0C8-09AD2508D828}"/>
                </a:ext>
              </a:extLst>
            </p:cNvPr>
            <p:cNvSpPr/>
            <p:nvPr/>
          </p:nvSpPr>
          <p:spPr>
            <a:xfrm>
              <a:off x="5452027" y="2669243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6" name="object 33">
              <a:extLst>
                <a:ext uri="{FF2B5EF4-FFF2-40B4-BE49-F238E27FC236}">
                  <a16:creationId xmlns:a16="http://schemas.microsoft.com/office/drawing/2014/main" id="{11DB713C-293E-49BE-9E64-0F457E785028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34">
            <a:extLst>
              <a:ext uri="{FF2B5EF4-FFF2-40B4-BE49-F238E27FC236}">
                <a16:creationId xmlns:a16="http://schemas.microsoft.com/office/drawing/2014/main" id="{714D3114-C7A2-4897-4FE9-A6218C9C73AA}"/>
              </a:ext>
            </a:extLst>
          </p:cNvPr>
          <p:cNvSpPr txBox="1"/>
          <p:nvPr/>
        </p:nvSpPr>
        <p:spPr>
          <a:xfrm>
            <a:off x="7149105" y="863750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B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48" name="object 31">
            <a:extLst>
              <a:ext uri="{FF2B5EF4-FFF2-40B4-BE49-F238E27FC236}">
                <a16:creationId xmlns:a16="http://schemas.microsoft.com/office/drawing/2014/main" id="{FFE0EE3B-05A9-640E-7212-62A787F14F39}"/>
              </a:ext>
            </a:extLst>
          </p:cNvPr>
          <p:cNvGrpSpPr/>
          <p:nvPr/>
        </p:nvGrpSpPr>
        <p:grpSpPr>
          <a:xfrm>
            <a:off x="3332481" y="2927078"/>
            <a:ext cx="451622" cy="333375"/>
            <a:chOff x="5713603" y="2515870"/>
            <a:chExt cx="451622" cy="333375"/>
          </a:xfrm>
          <a:solidFill>
            <a:schemeClr val="accent6">
              <a:lumMod val="75000"/>
            </a:schemeClr>
          </a:solidFill>
        </p:grpSpPr>
        <p:sp>
          <p:nvSpPr>
            <p:cNvPr id="49" name="object 32">
              <a:extLst>
                <a:ext uri="{FF2B5EF4-FFF2-40B4-BE49-F238E27FC236}">
                  <a16:creationId xmlns:a16="http://schemas.microsoft.com/office/drawing/2014/main" id="{A813BC61-0A9B-4B14-25C0-B91E63A07CF0}"/>
                </a:ext>
              </a:extLst>
            </p:cNvPr>
            <p:cNvSpPr/>
            <p:nvPr/>
          </p:nvSpPr>
          <p:spPr>
            <a:xfrm rot="19825116">
              <a:off x="5860425" y="2621608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0" name="object 33">
              <a:extLst>
                <a:ext uri="{FF2B5EF4-FFF2-40B4-BE49-F238E27FC236}">
                  <a16:creationId xmlns:a16="http://schemas.microsoft.com/office/drawing/2014/main" id="{E34C3F4D-0689-8E36-53A1-874EEF753EEB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34">
            <a:extLst>
              <a:ext uri="{FF2B5EF4-FFF2-40B4-BE49-F238E27FC236}">
                <a16:creationId xmlns:a16="http://schemas.microsoft.com/office/drawing/2014/main" id="{A4D29D73-01D4-A61B-DFDD-9BB684A7C9B5}"/>
              </a:ext>
            </a:extLst>
          </p:cNvPr>
          <p:cNvSpPr txBox="1"/>
          <p:nvPr/>
        </p:nvSpPr>
        <p:spPr>
          <a:xfrm>
            <a:off x="3429000" y="2965996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D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52" name="object 31">
            <a:extLst>
              <a:ext uri="{FF2B5EF4-FFF2-40B4-BE49-F238E27FC236}">
                <a16:creationId xmlns:a16="http://schemas.microsoft.com/office/drawing/2014/main" id="{F40DC04F-592E-940F-C916-7E10DD65297E}"/>
              </a:ext>
            </a:extLst>
          </p:cNvPr>
          <p:cNvGrpSpPr/>
          <p:nvPr/>
        </p:nvGrpSpPr>
        <p:grpSpPr>
          <a:xfrm>
            <a:off x="6791010" y="3553905"/>
            <a:ext cx="594951" cy="333375"/>
            <a:chOff x="5452027" y="2515870"/>
            <a:chExt cx="594951" cy="333375"/>
          </a:xfrm>
          <a:solidFill>
            <a:schemeClr val="accent6">
              <a:lumMod val="75000"/>
            </a:schemeClr>
          </a:solidFill>
        </p:grpSpPr>
        <p:sp>
          <p:nvSpPr>
            <p:cNvPr id="53" name="object 32">
              <a:extLst>
                <a:ext uri="{FF2B5EF4-FFF2-40B4-BE49-F238E27FC236}">
                  <a16:creationId xmlns:a16="http://schemas.microsoft.com/office/drawing/2014/main" id="{15D8089C-4DE4-AC8F-53F2-12459F66778C}"/>
                </a:ext>
              </a:extLst>
            </p:cNvPr>
            <p:cNvSpPr/>
            <p:nvPr/>
          </p:nvSpPr>
          <p:spPr>
            <a:xfrm>
              <a:off x="5452027" y="2669243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4" name="object 33">
              <a:extLst>
                <a:ext uri="{FF2B5EF4-FFF2-40B4-BE49-F238E27FC236}">
                  <a16:creationId xmlns:a16="http://schemas.microsoft.com/office/drawing/2014/main" id="{C3D37109-7FAD-FD68-A279-B3BE3E5C9070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34">
            <a:extLst>
              <a:ext uri="{FF2B5EF4-FFF2-40B4-BE49-F238E27FC236}">
                <a16:creationId xmlns:a16="http://schemas.microsoft.com/office/drawing/2014/main" id="{C40EB0E8-3352-BF02-FFF0-64614F52A1A7}"/>
              </a:ext>
            </a:extLst>
          </p:cNvPr>
          <p:cNvSpPr txBox="1"/>
          <p:nvPr/>
        </p:nvSpPr>
        <p:spPr>
          <a:xfrm>
            <a:off x="7149105" y="3592823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E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56" name="object 31">
            <a:extLst>
              <a:ext uri="{FF2B5EF4-FFF2-40B4-BE49-F238E27FC236}">
                <a16:creationId xmlns:a16="http://schemas.microsoft.com/office/drawing/2014/main" id="{326F0A5B-8AC6-1009-8437-284855BE88C9}"/>
              </a:ext>
            </a:extLst>
          </p:cNvPr>
          <p:cNvGrpSpPr/>
          <p:nvPr/>
        </p:nvGrpSpPr>
        <p:grpSpPr>
          <a:xfrm>
            <a:off x="6791010" y="4516701"/>
            <a:ext cx="594951" cy="333375"/>
            <a:chOff x="5452027" y="2515870"/>
            <a:chExt cx="594951" cy="333375"/>
          </a:xfrm>
          <a:solidFill>
            <a:schemeClr val="accent6">
              <a:lumMod val="75000"/>
            </a:schemeClr>
          </a:solidFill>
        </p:grpSpPr>
        <p:sp>
          <p:nvSpPr>
            <p:cNvPr id="57" name="object 32">
              <a:extLst>
                <a:ext uri="{FF2B5EF4-FFF2-40B4-BE49-F238E27FC236}">
                  <a16:creationId xmlns:a16="http://schemas.microsoft.com/office/drawing/2014/main" id="{47BC5D69-7775-0140-AAE3-ADCCB6101A13}"/>
                </a:ext>
              </a:extLst>
            </p:cNvPr>
            <p:cNvSpPr/>
            <p:nvPr/>
          </p:nvSpPr>
          <p:spPr>
            <a:xfrm>
              <a:off x="5452027" y="2669243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8" name="object 33">
              <a:extLst>
                <a:ext uri="{FF2B5EF4-FFF2-40B4-BE49-F238E27FC236}">
                  <a16:creationId xmlns:a16="http://schemas.microsoft.com/office/drawing/2014/main" id="{6858C8CD-5B69-A957-2975-F055238F2610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34">
            <a:extLst>
              <a:ext uri="{FF2B5EF4-FFF2-40B4-BE49-F238E27FC236}">
                <a16:creationId xmlns:a16="http://schemas.microsoft.com/office/drawing/2014/main" id="{DCAD5DEC-D215-5009-D150-E34B914128A8}"/>
              </a:ext>
            </a:extLst>
          </p:cNvPr>
          <p:cNvSpPr txBox="1"/>
          <p:nvPr/>
        </p:nvSpPr>
        <p:spPr>
          <a:xfrm>
            <a:off x="7149105" y="4555619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F</a:t>
            </a:r>
            <a:endParaRPr sz="1400" dirty="0"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375267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36A21-AC97-CB9D-D1A2-FC754E975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FF474E1-6553-6008-43ED-262F48FB4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28" y="0"/>
            <a:ext cx="6609592" cy="68580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15E3863B-EAC5-951B-09E3-136B779571A6}"/>
              </a:ext>
            </a:extLst>
          </p:cNvPr>
          <p:cNvSpPr/>
          <p:nvPr/>
        </p:nvSpPr>
        <p:spPr>
          <a:xfrm>
            <a:off x="8372475" y="0"/>
            <a:ext cx="3819525" cy="6858000"/>
          </a:xfrm>
          <a:custGeom>
            <a:avLst/>
            <a:gdLst/>
            <a:ahLst/>
            <a:cxnLst/>
            <a:rect l="l" t="t" r="r" b="b"/>
            <a:pathLst>
              <a:path w="3819525" h="6858000">
                <a:moveTo>
                  <a:pt x="3819525" y="0"/>
                </a:moveTo>
                <a:lnTo>
                  <a:pt x="0" y="0"/>
                </a:lnTo>
                <a:lnTo>
                  <a:pt x="0" y="6858000"/>
                </a:lnTo>
                <a:lnTo>
                  <a:pt x="3819525" y="6858000"/>
                </a:lnTo>
                <a:lnTo>
                  <a:pt x="381952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074BAA6-E578-460D-3333-EEB2A54F1C98}"/>
              </a:ext>
            </a:extLst>
          </p:cNvPr>
          <p:cNvSpPr txBox="1"/>
          <p:nvPr/>
        </p:nvSpPr>
        <p:spPr>
          <a:xfrm>
            <a:off x="8833230" y="1808200"/>
            <a:ext cx="2917065" cy="1127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 등록 페이지 입니다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상품의 기본 정보들을 입력하여 상품을 등록합니다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상품의 카테고리를 선택할 수 있으며</a:t>
            </a:r>
            <a:r>
              <a:rPr lang="en-US" altLang="ko-KR" sz="1100" spc="-160" dirty="0">
                <a:latin typeface="Malgun Gothic"/>
                <a:cs typeface="Malgun Gothic"/>
              </a:rPr>
              <a:t>,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 설명을 위한 이미지와 상품의 여러 옵션을 추가할 수 있습니다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4DE140D2-C6B1-31EF-A502-22FCB0DE994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68125" y="6419741"/>
            <a:ext cx="231140" cy="21095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pc="-25" dirty="0"/>
              <a:t>11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0A6B1D07-2D9E-3BA5-CD04-91CE0FF78C8C}"/>
              </a:ext>
            </a:extLst>
          </p:cNvPr>
          <p:cNvSpPr/>
          <p:nvPr/>
        </p:nvSpPr>
        <p:spPr>
          <a:xfrm>
            <a:off x="8833230" y="1550073"/>
            <a:ext cx="2917066" cy="126328"/>
          </a:xfrm>
          <a:custGeom>
            <a:avLst/>
            <a:gdLst/>
            <a:ahLst/>
            <a:cxnLst/>
            <a:rect l="l" t="t" r="r" b="b"/>
            <a:pathLst>
              <a:path w="2682875" h="154305">
                <a:moveTo>
                  <a:pt x="2682494" y="0"/>
                </a:moveTo>
                <a:lnTo>
                  <a:pt x="0" y="0"/>
                </a:lnTo>
                <a:lnTo>
                  <a:pt x="0" y="153885"/>
                </a:lnTo>
                <a:lnTo>
                  <a:pt x="2682494" y="153885"/>
                </a:lnTo>
                <a:lnTo>
                  <a:pt x="268249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6">
            <a:extLst>
              <a:ext uri="{FF2B5EF4-FFF2-40B4-BE49-F238E27FC236}">
                <a16:creationId xmlns:a16="http://schemas.microsoft.com/office/drawing/2014/main" id="{8E27D8F4-5F2B-FF02-87C8-8FDF3E79C596}"/>
              </a:ext>
            </a:extLst>
          </p:cNvPr>
          <p:cNvSpPr txBox="1"/>
          <p:nvPr/>
        </p:nvSpPr>
        <p:spPr>
          <a:xfrm>
            <a:off x="8833231" y="3194905"/>
            <a:ext cx="3066034" cy="4792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 startAt="7"/>
            </a:pPr>
            <a:r>
              <a:rPr lang="ko-KR" altLang="en-US" sz="1200" b="1" dirty="0">
                <a:latin typeface="Malgun Gothic"/>
                <a:cs typeface="Malgun Gothic"/>
              </a:rPr>
              <a:t>상품 이미지 등록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 startAt="7"/>
            </a:pPr>
            <a:r>
              <a:rPr lang="ko-KR" altLang="en-US" sz="1200" b="1" dirty="0">
                <a:latin typeface="Malgun Gothic"/>
                <a:cs typeface="Malgun Gothic"/>
              </a:rPr>
              <a:t>상품</a:t>
            </a:r>
            <a:r>
              <a:rPr lang="en-US" altLang="ko-KR" sz="1200" b="1" dirty="0">
                <a:latin typeface="Malgun Gothic"/>
                <a:cs typeface="Malgun Gothic"/>
              </a:rPr>
              <a:t> </a:t>
            </a:r>
            <a:r>
              <a:rPr lang="ko-KR" altLang="en-US" sz="1200" b="1" dirty="0">
                <a:latin typeface="Malgun Gothic"/>
                <a:cs typeface="Malgun Gothic"/>
              </a:rPr>
              <a:t>옵션 추가 영역 및 추가된 옵션 카드</a:t>
            </a:r>
            <a:endParaRPr lang="en-US" altLang="ko-KR" sz="1200" b="1" dirty="0">
              <a:latin typeface="Malgun Gothic"/>
              <a:cs typeface="Malgun Gothic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8CD3349-C073-50AE-E5EC-F1C7139D30A6}"/>
              </a:ext>
            </a:extLst>
          </p:cNvPr>
          <p:cNvSpPr txBox="1"/>
          <p:nvPr/>
        </p:nvSpPr>
        <p:spPr>
          <a:xfrm>
            <a:off x="8833230" y="1415923"/>
            <a:ext cx="2977769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85" dirty="0">
                <a:latin typeface="Malgun Gothic"/>
                <a:cs typeface="Malgun Gothic"/>
              </a:rPr>
              <a:t>4-2</a:t>
            </a:r>
            <a:r>
              <a:rPr sz="1400" b="1" spc="85" dirty="0">
                <a:latin typeface="Malgun Gothic"/>
                <a:cs typeface="Malgun Gothic"/>
              </a:rPr>
              <a:t>.</a:t>
            </a:r>
            <a:r>
              <a:rPr lang="en-US" sz="1400" b="1" spc="85" dirty="0">
                <a:latin typeface="Malgun Gothic"/>
                <a:cs typeface="Malgun Gothic"/>
              </a:rPr>
              <a:t> </a:t>
            </a:r>
            <a:r>
              <a:rPr lang="ko-KR" altLang="en-US" sz="1400" b="1" spc="-135" dirty="0">
                <a:latin typeface="Malgun Gothic"/>
                <a:cs typeface="Malgun Gothic"/>
              </a:rPr>
              <a:t>상품</a:t>
            </a:r>
            <a:r>
              <a:rPr lang="en-US" altLang="ko-KR" sz="1400" b="1" spc="-135" dirty="0">
                <a:latin typeface="Malgun Gothic"/>
                <a:cs typeface="Malgun Gothic"/>
              </a:rPr>
              <a:t> </a:t>
            </a:r>
            <a:r>
              <a:rPr lang="ko-KR" altLang="en-US" sz="1400" b="1" spc="-135" dirty="0">
                <a:latin typeface="Malgun Gothic"/>
                <a:cs typeface="Malgun Gothic"/>
              </a:rPr>
              <a:t>등록 </a:t>
            </a:r>
            <a:r>
              <a:rPr lang="ko-KR" altLang="en-US" sz="1400" b="1" spc="-140" dirty="0">
                <a:latin typeface="Malgun Gothic"/>
                <a:cs typeface="Malgun Gothic"/>
              </a:rPr>
              <a:t>페이지</a:t>
            </a:r>
            <a:r>
              <a:rPr lang="ko-KR" altLang="en-US" sz="1400" b="1" spc="-105" dirty="0">
                <a:latin typeface="Malgun Gothic"/>
                <a:cs typeface="Malgun Gothic"/>
              </a:rPr>
              <a:t> </a:t>
            </a:r>
            <a:r>
              <a:rPr lang="ko-KR" altLang="en-US" sz="1400" b="1" spc="-25" dirty="0">
                <a:latin typeface="Malgun Gothic"/>
                <a:cs typeface="Malgun Gothic"/>
              </a:rPr>
              <a:t>설명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43192AD-9852-E570-400C-157CCA3C13EB}"/>
              </a:ext>
            </a:extLst>
          </p:cNvPr>
          <p:cNvSpPr/>
          <p:nvPr/>
        </p:nvSpPr>
        <p:spPr>
          <a:xfrm>
            <a:off x="1447800" y="2743201"/>
            <a:ext cx="5486400" cy="2819400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object 31">
            <a:extLst>
              <a:ext uri="{FF2B5EF4-FFF2-40B4-BE49-F238E27FC236}">
                <a16:creationId xmlns:a16="http://schemas.microsoft.com/office/drawing/2014/main" id="{74F8BF74-4A8E-8514-439D-CAE860838B14}"/>
              </a:ext>
            </a:extLst>
          </p:cNvPr>
          <p:cNvGrpSpPr/>
          <p:nvPr/>
        </p:nvGrpSpPr>
        <p:grpSpPr>
          <a:xfrm>
            <a:off x="6938003" y="3390082"/>
            <a:ext cx="594951" cy="333375"/>
            <a:chOff x="5452027" y="2515870"/>
            <a:chExt cx="594951" cy="333375"/>
          </a:xfrm>
          <a:solidFill>
            <a:schemeClr val="accent6">
              <a:lumMod val="75000"/>
            </a:schemeClr>
          </a:solidFill>
        </p:grpSpPr>
        <p:sp>
          <p:nvSpPr>
            <p:cNvPr id="10" name="object 32">
              <a:extLst>
                <a:ext uri="{FF2B5EF4-FFF2-40B4-BE49-F238E27FC236}">
                  <a16:creationId xmlns:a16="http://schemas.microsoft.com/office/drawing/2014/main" id="{A0827163-AD91-F18C-AE09-888FFA762A65}"/>
                </a:ext>
              </a:extLst>
            </p:cNvPr>
            <p:cNvSpPr/>
            <p:nvPr/>
          </p:nvSpPr>
          <p:spPr>
            <a:xfrm>
              <a:off x="5452027" y="2669243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33">
              <a:extLst>
                <a:ext uri="{FF2B5EF4-FFF2-40B4-BE49-F238E27FC236}">
                  <a16:creationId xmlns:a16="http://schemas.microsoft.com/office/drawing/2014/main" id="{D404F297-B51F-8031-932F-7853A30899B1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34">
            <a:extLst>
              <a:ext uri="{FF2B5EF4-FFF2-40B4-BE49-F238E27FC236}">
                <a16:creationId xmlns:a16="http://schemas.microsoft.com/office/drawing/2014/main" id="{732A9716-8F9D-EC22-41E7-82CBE2393AE5}"/>
              </a:ext>
            </a:extLst>
          </p:cNvPr>
          <p:cNvSpPr txBox="1"/>
          <p:nvPr/>
        </p:nvSpPr>
        <p:spPr>
          <a:xfrm>
            <a:off x="7296098" y="3429000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G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643082C-D689-BA52-2542-924E69B96721}"/>
              </a:ext>
            </a:extLst>
          </p:cNvPr>
          <p:cNvSpPr/>
          <p:nvPr/>
        </p:nvSpPr>
        <p:spPr>
          <a:xfrm>
            <a:off x="1447800" y="5715974"/>
            <a:ext cx="5486400" cy="989626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object 31">
            <a:extLst>
              <a:ext uri="{FF2B5EF4-FFF2-40B4-BE49-F238E27FC236}">
                <a16:creationId xmlns:a16="http://schemas.microsoft.com/office/drawing/2014/main" id="{3687A108-FC46-1C3D-7210-4C1943BA9BD3}"/>
              </a:ext>
            </a:extLst>
          </p:cNvPr>
          <p:cNvGrpSpPr/>
          <p:nvPr/>
        </p:nvGrpSpPr>
        <p:grpSpPr>
          <a:xfrm>
            <a:off x="6938003" y="5828482"/>
            <a:ext cx="594951" cy="333375"/>
            <a:chOff x="5452027" y="2515870"/>
            <a:chExt cx="594951" cy="333375"/>
          </a:xfrm>
          <a:solidFill>
            <a:schemeClr val="accent6">
              <a:lumMod val="75000"/>
            </a:schemeClr>
          </a:solidFill>
        </p:grpSpPr>
        <p:sp>
          <p:nvSpPr>
            <p:cNvPr id="16" name="object 32">
              <a:extLst>
                <a:ext uri="{FF2B5EF4-FFF2-40B4-BE49-F238E27FC236}">
                  <a16:creationId xmlns:a16="http://schemas.microsoft.com/office/drawing/2014/main" id="{0502ECBA-5458-9C5C-5E3D-A9A6E4910241}"/>
                </a:ext>
              </a:extLst>
            </p:cNvPr>
            <p:cNvSpPr/>
            <p:nvPr/>
          </p:nvSpPr>
          <p:spPr>
            <a:xfrm>
              <a:off x="5452027" y="2669243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33">
              <a:extLst>
                <a:ext uri="{FF2B5EF4-FFF2-40B4-BE49-F238E27FC236}">
                  <a16:creationId xmlns:a16="http://schemas.microsoft.com/office/drawing/2014/main" id="{9DA4E5FD-AF09-EE81-57EE-115D091F1DB9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34">
            <a:extLst>
              <a:ext uri="{FF2B5EF4-FFF2-40B4-BE49-F238E27FC236}">
                <a16:creationId xmlns:a16="http://schemas.microsoft.com/office/drawing/2014/main" id="{1FE8DBFE-14FF-173F-4F80-BE40B6B72CBE}"/>
              </a:ext>
            </a:extLst>
          </p:cNvPr>
          <p:cNvSpPr txBox="1"/>
          <p:nvPr/>
        </p:nvSpPr>
        <p:spPr>
          <a:xfrm>
            <a:off x="7296098" y="5867400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H</a:t>
            </a:r>
            <a:endParaRPr sz="1400" dirty="0"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669141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FC966-2F54-6CC7-CDD9-14C0FB282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F9F4E68-50D0-06AB-61EA-C03BF8B08727}"/>
              </a:ext>
            </a:extLst>
          </p:cNvPr>
          <p:cNvSpPr/>
          <p:nvPr/>
        </p:nvSpPr>
        <p:spPr>
          <a:xfrm>
            <a:off x="8372475" y="0"/>
            <a:ext cx="3819525" cy="6858000"/>
          </a:xfrm>
          <a:custGeom>
            <a:avLst/>
            <a:gdLst/>
            <a:ahLst/>
            <a:cxnLst/>
            <a:rect l="l" t="t" r="r" b="b"/>
            <a:pathLst>
              <a:path w="3819525" h="6858000">
                <a:moveTo>
                  <a:pt x="3819525" y="0"/>
                </a:moveTo>
                <a:lnTo>
                  <a:pt x="0" y="0"/>
                </a:lnTo>
                <a:lnTo>
                  <a:pt x="0" y="6858000"/>
                </a:lnTo>
                <a:lnTo>
                  <a:pt x="3819525" y="6858000"/>
                </a:lnTo>
                <a:lnTo>
                  <a:pt x="381952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FB9D920-060F-0A97-32F5-CFFC2C8F1950}"/>
              </a:ext>
            </a:extLst>
          </p:cNvPr>
          <p:cNvSpPr txBox="1"/>
          <p:nvPr/>
        </p:nvSpPr>
        <p:spPr>
          <a:xfrm>
            <a:off x="8833230" y="1808200"/>
            <a:ext cx="2917065" cy="907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 등록 페이지의</a:t>
            </a:r>
            <a:r>
              <a:rPr lang="en-US" altLang="ko-KR" sz="1100" spc="-160" dirty="0">
                <a:latin typeface="Malgun Gothic"/>
                <a:cs typeface="Malgun Gothic"/>
              </a:rPr>
              <a:t> </a:t>
            </a:r>
            <a:r>
              <a:rPr lang="ko-KR" altLang="en-US" sz="1100" spc="-160" dirty="0">
                <a:latin typeface="Malgun Gothic"/>
                <a:cs typeface="Malgun Gothic"/>
              </a:rPr>
              <a:t>옵션 추가 모달입니다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한 상품에 추가적인 옵션이 있다면 해당 </a:t>
            </a:r>
            <a:r>
              <a:rPr lang="ko-KR" altLang="en-US" sz="1100" spc="-160" dirty="0" err="1">
                <a:latin typeface="Malgun Gothic"/>
                <a:cs typeface="Malgun Gothic"/>
              </a:rPr>
              <a:t>모달을</a:t>
            </a:r>
            <a:r>
              <a:rPr lang="ko-KR" altLang="en-US" sz="1100" spc="-160" dirty="0">
                <a:latin typeface="Malgun Gothic"/>
                <a:cs typeface="Malgun Gothic"/>
              </a:rPr>
              <a:t> 통해</a:t>
            </a:r>
            <a:endParaRPr lang="en-US" altLang="ko-KR" sz="1100" spc="-16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옵션을 추가하여 여러 옵션으로 상품을 판매할 수</a:t>
            </a:r>
            <a:endParaRPr lang="en-US" altLang="ko-KR" sz="1100" spc="-16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있습니다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7D4FE311-CECA-7AEC-F74A-F3F68711A91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68125" y="6419741"/>
            <a:ext cx="231140" cy="21095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pc="-25" dirty="0"/>
              <a:t>12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CC1AA96C-CFE6-E788-E918-6C6681B1B9D9}"/>
              </a:ext>
            </a:extLst>
          </p:cNvPr>
          <p:cNvSpPr/>
          <p:nvPr/>
        </p:nvSpPr>
        <p:spPr>
          <a:xfrm>
            <a:off x="8833230" y="1550073"/>
            <a:ext cx="2917066" cy="126328"/>
          </a:xfrm>
          <a:custGeom>
            <a:avLst/>
            <a:gdLst/>
            <a:ahLst/>
            <a:cxnLst/>
            <a:rect l="l" t="t" r="r" b="b"/>
            <a:pathLst>
              <a:path w="2682875" h="154305">
                <a:moveTo>
                  <a:pt x="2682494" y="0"/>
                </a:moveTo>
                <a:lnTo>
                  <a:pt x="0" y="0"/>
                </a:lnTo>
                <a:lnTo>
                  <a:pt x="0" y="153885"/>
                </a:lnTo>
                <a:lnTo>
                  <a:pt x="2682494" y="153885"/>
                </a:lnTo>
                <a:lnTo>
                  <a:pt x="268249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6">
            <a:extLst>
              <a:ext uri="{FF2B5EF4-FFF2-40B4-BE49-F238E27FC236}">
                <a16:creationId xmlns:a16="http://schemas.microsoft.com/office/drawing/2014/main" id="{EF080648-2C5D-4142-EFCD-079465931CB3}"/>
              </a:ext>
            </a:extLst>
          </p:cNvPr>
          <p:cNvSpPr txBox="1"/>
          <p:nvPr/>
        </p:nvSpPr>
        <p:spPr>
          <a:xfrm>
            <a:off x="8833231" y="3194905"/>
            <a:ext cx="2612390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 startAt="9"/>
            </a:pPr>
            <a:r>
              <a:rPr lang="ko-KR" altLang="en-US" sz="1200" b="1" dirty="0">
                <a:latin typeface="Malgun Gothic"/>
                <a:cs typeface="Malgun Gothic"/>
              </a:rPr>
              <a:t>옵션 이름 입력 란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 startAt="9"/>
            </a:pPr>
            <a:r>
              <a:rPr lang="ko-KR" altLang="en-US" sz="1200" b="1" dirty="0">
                <a:latin typeface="Malgun Gothic"/>
                <a:cs typeface="Malgun Gothic"/>
              </a:rPr>
              <a:t>옵션 설명 입력 란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 startAt="9"/>
            </a:pPr>
            <a:r>
              <a:rPr lang="ko-KR" altLang="en-US" sz="1200" b="1" dirty="0">
                <a:latin typeface="Malgun Gothic"/>
                <a:cs typeface="Malgun Gothic"/>
              </a:rPr>
              <a:t>옵션 가격 입력 란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 startAt="9"/>
            </a:pPr>
            <a:r>
              <a:rPr lang="ko-KR" altLang="en-US" sz="1200" b="1" dirty="0">
                <a:latin typeface="Malgun Gothic"/>
                <a:cs typeface="Malgun Gothic"/>
              </a:rPr>
              <a:t>옵션 수량 입력 란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 startAt="9"/>
            </a:pPr>
            <a:r>
              <a:rPr lang="ko-KR" altLang="en-US" sz="1200" b="1" dirty="0">
                <a:latin typeface="Malgun Gothic"/>
                <a:cs typeface="Malgun Gothic"/>
              </a:rPr>
              <a:t>옵션 추가 버튼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 startAt="9"/>
            </a:pPr>
            <a:endParaRPr lang="en-US" altLang="ko-KR" sz="1200" b="1" dirty="0">
              <a:latin typeface="Malgun Gothic"/>
              <a:cs typeface="Malgun Gothic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859240A-633D-518E-E112-34962F163580}"/>
              </a:ext>
            </a:extLst>
          </p:cNvPr>
          <p:cNvSpPr txBox="1"/>
          <p:nvPr/>
        </p:nvSpPr>
        <p:spPr>
          <a:xfrm>
            <a:off x="8833230" y="1415923"/>
            <a:ext cx="2977769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85" dirty="0">
                <a:latin typeface="Malgun Gothic"/>
                <a:cs typeface="Malgun Gothic"/>
              </a:rPr>
              <a:t>4-3</a:t>
            </a:r>
            <a:r>
              <a:rPr sz="1400" b="1" spc="85" dirty="0">
                <a:latin typeface="Malgun Gothic"/>
                <a:cs typeface="Malgun Gothic"/>
              </a:rPr>
              <a:t>.</a:t>
            </a:r>
            <a:r>
              <a:rPr lang="en-US" sz="1400" b="1" spc="85" dirty="0">
                <a:latin typeface="Malgun Gothic"/>
                <a:cs typeface="Malgun Gothic"/>
              </a:rPr>
              <a:t> </a:t>
            </a:r>
            <a:r>
              <a:rPr lang="ko-KR" altLang="en-US" sz="1400" b="1" spc="-135" dirty="0">
                <a:latin typeface="Malgun Gothic"/>
                <a:cs typeface="Malgun Gothic"/>
              </a:rPr>
              <a:t>상품</a:t>
            </a:r>
            <a:r>
              <a:rPr lang="en-US" altLang="ko-KR" sz="1400" b="1" spc="-135" dirty="0">
                <a:latin typeface="Malgun Gothic"/>
                <a:cs typeface="Malgun Gothic"/>
              </a:rPr>
              <a:t> </a:t>
            </a:r>
            <a:r>
              <a:rPr lang="ko-KR" altLang="en-US" sz="1400" b="1" spc="-135" dirty="0">
                <a:latin typeface="Malgun Gothic"/>
                <a:cs typeface="Malgun Gothic"/>
              </a:rPr>
              <a:t>등록 </a:t>
            </a:r>
            <a:r>
              <a:rPr lang="ko-KR" altLang="en-US" sz="1400" b="1" spc="-140" dirty="0">
                <a:latin typeface="Malgun Gothic"/>
                <a:cs typeface="Malgun Gothic"/>
              </a:rPr>
              <a:t>페이지</a:t>
            </a:r>
            <a:r>
              <a:rPr lang="ko-KR" altLang="en-US" sz="1400" b="1" spc="-105" dirty="0">
                <a:latin typeface="Malgun Gothic"/>
                <a:cs typeface="Malgun Gothic"/>
              </a:rPr>
              <a:t> </a:t>
            </a:r>
            <a:r>
              <a:rPr lang="ko-KR" altLang="en-US" sz="1400" b="1" spc="-25" dirty="0">
                <a:latin typeface="Malgun Gothic"/>
                <a:cs typeface="Malgun Gothic"/>
              </a:rPr>
              <a:t>설명</a:t>
            </a:r>
            <a:endParaRPr sz="1400" dirty="0">
              <a:latin typeface="Malgun Gothic"/>
              <a:cs typeface="Malgun Gothic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BF8A087-0A26-E3C2-5553-4987299B5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0"/>
            <a:ext cx="6360090" cy="6858000"/>
          </a:xfrm>
          <a:prstGeom prst="rect">
            <a:avLst/>
          </a:prstGeom>
        </p:spPr>
      </p:pic>
      <p:grpSp>
        <p:nvGrpSpPr>
          <p:cNvPr id="19" name="object 31">
            <a:extLst>
              <a:ext uri="{FF2B5EF4-FFF2-40B4-BE49-F238E27FC236}">
                <a16:creationId xmlns:a16="http://schemas.microsoft.com/office/drawing/2014/main" id="{8045352B-CE21-5660-7D8B-F87638B7A465}"/>
              </a:ext>
            </a:extLst>
          </p:cNvPr>
          <p:cNvGrpSpPr/>
          <p:nvPr/>
        </p:nvGrpSpPr>
        <p:grpSpPr>
          <a:xfrm>
            <a:off x="5667737" y="2589485"/>
            <a:ext cx="594951" cy="333375"/>
            <a:chOff x="5452027" y="2515870"/>
            <a:chExt cx="594951" cy="333375"/>
          </a:xfrm>
          <a:solidFill>
            <a:schemeClr val="accent6">
              <a:lumMod val="75000"/>
            </a:schemeClr>
          </a:solidFill>
        </p:grpSpPr>
        <p:sp>
          <p:nvSpPr>
            <p:cNvPr id="20" name="object 32">
              <a:extLst>
                <a:ext uri="{FF2B5EF4-FFF2-40B4-BE49-F238E27FC236}">
                  <a16:creationId xmlns:a16="http://schemas.microsoft.com/office/drawing/2014/main" id="{0039158B-E066-6CA3-2EEF-F62B66F45F13}"/>
                </a:ext>
              </a:extLst>
            </p:cNvPr>
            <p:cNvSpPr/>
            <p:nvPr/>
          </p:nvSpPr>
          <p:spPr>
            <a:xfrm>
              <a:off x="5452027" y="2669243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33">
              <a:extLst>
                <a:ext uri="{FF2B5EF4-FFF2-40B4-BE49-F238E27FC236}">
                  <a16:creationId xmlns:a16="http://schemas.microsoft.com/office/drawing/2014/main" id="{569F04CE-ED5E-B458-4B14-7B2DBAD06F29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34">
            <a:extLst>
              <a:ext uri="{FF2B5EF4-FFF2-40B4-BE49-F238E27FC236}">
                <a16:creationId xmlns:a16="http://schemas.microsoft.com/office/drawing/2014/main" id="{9F9CFD5E-8631-1BA9-1A33-9BCBC1F09A50}"/>
              </a:ext>
            </a:extLst>
          </p:cNvPr>
          <p:cNvSpPr txBox="1"/>
          <p:nvPr/>
        </p:nvSpPr>
        <p:spPr>
          <a:xfrm>
            <a:off x="6025832" y="2628403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I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23" name="object 31">
            <a:extLst>
              <a:ext uri="{FF2B5EF4-FFF2-40B4-BE49-F238E27FC236}">
                <a16:creationId xmlns:a16="http://schemas.microsoft.com/office/drawing/2014/main" id="{C3150305-5044-65AA-CFAC-3BC651451D8E}"/>
              </a:ext>
            </a:extLst>
          </p:cNvPr>
          <p:cNvGrpSpPr/>
          <p:nvPr/>
        </p:nvGrpSpPr>
        <p:grpSpPr>
          <a:xfrm>
            <a:off x="5667737" y="3050833"/>
            <a:ext cx="594951" cy="333375"/>
            <a:chOff x="5452027" y="2515870"/>
            <a:chExt cx="594951" cy="333375"/>
          </a:xfrm>
          <a:solidFill>
            <a:schemeClr val="accent6">
              <a:lumMod val="75000"/>
            </a:schemeClr>
          </a:solidFill>
        </p:grpSpPr>
        <p:sp>
          <p:nvSpPr>
            <p:cNvPr id="24" name="object 32">
              <a:extLst>
                <a:ext uri="{FF2B5EF4-FFF2-40B4-BE49-F238E27FC236}">
                  <a16:creationId xmlns:a16="http://schemas.microsoft.com/office/drawing/2014/main" id="{3C065FFE-CA2B-2055-9F3B-B485827FD9FF}"/>
                </a:ext>
              </a:extLst>
            </p:cNvPr>
            <p:cNvSpPr/>
            <p:nvPr/>
          </p:nvSpPr>
          <p:spPr>
            <a:xfrm>
              <a:off x="5452027" y="2669243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33">
              <a:extLst>
                <a:ext uri="{FF2B5EF4-FFF2-40B4-BE49-F238E27FC236}">
                  <a16:creationId xmlns:a16="http://schemas.microsoft.com/office/drawing/2014/main" id="{B1FF5BFF-ECE2-CDB8-2F0B-D8C3EF954DE2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34">
            <a:extLst>
              <a:ext uri="{FF2B5EF4-FFF2-40B4-BE49-F238E27FC236}">
                <a16:creationId xmlns:a16="http://schemas.microsoft.com/office/drawing/2014/main" id="{85B391C9-43B8-C21C-3F8F-854C2CE660F2}"/>
              </a:ext>
            </a:extLst>
          </p:cNvPr>
          <p:cNvSpPr txBox="1"/>
          <p:nvPr/>
        </p:nvSpPr>
        <p:spPr>
          <a:xfrm>
            <a:off x="6025832" y="3089751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J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27" name="object 31">
            <a:extLst>
              <a:ext uri="{FF2B5EF4-FFF2-40B4-BE49-F238E27FC236}">
                <a16:creationId xmlns:a16="http://schemas.microsoft.com/office/drawing/2014/main" id="{A44E6F11-AA7F-649C-D848-2AA2D01DB844}"/>
              </a:ext>
            </a:extLst>
          </p:cNvPr>
          <p:cNvGrpSpPr/>
          <p:nvPr/>
        </p:nvGrpSpPr>
        <p:grpSpPr>
          <a:xfrm>
            <a:off x="5668054" y="3561088"/>
            <a:ext cx="594951" cy="333375"/>
            <a:chOff x="5452027" y="2515870"/>
            <a:chExt cx="594951" cy="333375"/>
          </a:xfrm>
          <a:solidFill>
            <a:schemeClr val="accent6">
              <a:lumMod val="75000"/>
            </a:schemeClr>
          </a:solidFill>
        </p:grpSpPr>
        <p:sp>
          <p:nvSpPr>
            <p:cNvPr id="28" name="object 32">
              <a:extLst>
                <a:ext uri="{FF2B5EF4-FFF2-40B4-BE49-F238E27FC236}">
                  <a16:creationId xmlns:a16="http://schemas.microsoft.com/office/drawing/2014/main" id="{EF7AEDED-A250-C586-8AE6-08EFFBEBC96F}"/>
                </a:ext>
              </a:extLst>
            </p:cNvPr>
            <p:cNvSpPr/>
            <p:nvPr/>
          </p:nvSpPr>
          <p:spPr>
            <a:xfrm>
              <a:off x="5452027" y="2669243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33">
              <a:extLst>
                <a:ext uri="{FF2B5EF4-FFF2-40B4-BE49-F238E27FC236}">
                  <a16:creationId xmlns:a16="http://schemas.microsoft.com/office/drawing/2014/main" id="{0901B29F-4BAD-0CFF-044B-B91AE77CF007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4">
            <a:extLst>
              <a:ext uri="{FF2B5EF4-FFF2-40B4-BE49-F238E27FC236}">
                <a16:creationId xmlns:a16="http://schemas.microsoft.com/office/drawing/2014/main" id="{9383B4CE-A6D5-C2FE-DEB9-5D9094278D5C}"/>
              </a:ext>
            </a:extLst>
          </p:cNvPr>
          <p:cNvSpPr txBox="1"/>
          <p:nvPr/>
        </p:nvSpPr>
        <p:spPr>
          <a:xfrm>
            <a:off x="6026149" y="3600006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K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31" name="object 31">
            <a:extLst>
              <a:ext uri="{FF2B5EF4-FFF2-40B4-BE49-F238E27FC236}">
                <a16:creationId xmlns:a16="http://schemas.microsoft.com/office/drawing/2014/main" id="{51342C9C-282C-A775-EC4B-F1F20D315325}"/>
              </a:ext>
            </a:extLst>
          </p:cNvPr>
          <p:cNvGrpSpPr/>
          <p:nvPr/>
        </p:nvGrpSpPr>
        <p:grpSpPr>
          <a:xfrm>
            <a:off x="5675675" y="3928704"/>
            <a:ext cx="594951" cy="333375"/>
            <a:chOff x="5452027" y="2515870"/>
            <a:chExt cx="594951" cy="333375"/>
          </a:xfrm>
          <a:solidFill>
            <a:schemeClr val="accent6">
              <a:lumMod val="75000"/>
            </a:schemeClr>
          </a:solidFill>
        </p:grpSpPr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D5FEB2FA-D652-8488-37F5-AE7F7E45B999}"/>
                </a:ext>
              </a:extLst>
            </p:cNvPr>
            <p:cNvSpPr/>
            <p:nvPr/>
          </p:nvSpPr>
          <p:spPr>
            <a:xfrm>
              <a:off x="5452027" y="2669243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B571BFAE-C10A-A806-1818-8656A93BB78A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>
            <a:extLst>
              <a:ext uri="{FF2B5EF4-FFF2-40B4-BE49-F238E27FC236}">
                <a16:creationId xmlns:a16="http://schemas.microsoft.com/office/drawing/2014/main" id="{3D407E7F-42DC-25B2-B079-56C98D338BC4}"/>
              </a:ext>
            </a:extLst>
          </p:cNvPr>
          <p:cNvSpPr txBox="1"/>
          <p:nvPr/>
        </p:nvSpPr>
        <p:spPr>
          <a:xfrm>
            <a:off x="6033770" y="3967622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L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35" name="object 31">
            <a:extLst>
              <a:ext uri="{FF2B5EF4-FFF2-40B4-BE49-F238E27FC236}">
                <a16:creationId xmlns:a16="http://schemas.microsoft.com/office/drawing/2014/main" id="{5FF6C9DA-B50D-DBD8-CBB8-55F2EC0AADC9}"/>
              </a:ext>
            </a:extLst>
          </p:cNvPr>
          <p:cNvGrpSpPr/>
          <p:nvPr/>
        </p:nvGrpSpPr>
        <p:grpSpPr>
          <a:xfrm>
            <a:off x="5682511" y="4466406"/>
            <a:ext cx="517947" cy="333375"/>
            <a:chOff x="5529031" y="2515870"/>
            <a:chExt cx="517947" cy="333375"/>
          </a:xfrm>
          <a:solidFill>
            <a:schemeClr val="accent6">
              <a:lumMod val="75000"/>
            </a:schemeClr>
          </a:solidFill>
        </p:grpSpPr>
        <p:sp>
          <p:nvSpPr>
            <p:cNvPr id="36" name="object 32">
              <a:extLst>
                <a:ext uri="{FF2B5EF4-FFF2-40B4-BE49-F238E27FC236}">
                  <a16:creationId xmlns:a16="http://schemas.microsoft.com/office/drawing/2014/main" id="{FB7F1A89-ACFC-1B81-CD64-9E980A168E78}"/>
                </a:ext>
              </a:extLst>
            </p:cNvPr>
            <p:cNvSpPr/>
            <p:nvPr/>
          </p:nvSpPr>
          <p:spPr>
            <a:xfrm rot="1033561">
              <a:off x="5529031" y="25965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7" name="object 33">
              <a:extLst>
                <a:ext uri="{FF2B5EF4-FFF2-40B4-BE49-F238E27FC236}">
                  <a16:creationId xmlns:a16="http://schemas.microsoft.com/office/drawing/2014/main" id="{BE45B332-4A93-41B6-0DD8-F74B33D02909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4">
            <a:extLst>
              <a:ext uri="{FF2B5EF4-FFF2-40B4-BE49-F238E27FC236}">
                <a16:creationId xmlns:a16="http://schemas.microsoft.com/office/drawing/2014/main" id="{5B4D0DE4-5A50-ECEC-F297-90029587F1A4}"/>
              </a:ext>
            </a:extLst>
          </p:cNvPr>
          <p:cNvSpPr txBox="1"/>
          <p:nvPr/>
        </p:nvSpPr>
        <p:spPr>
          <a:xfrm>
            <a:off x="5937251" y="4504014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M</a:t>
            </a:r>
            <a:endParaRPr sz="1400" dirty="0"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98803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E3A6E-39AF-13E0-93BA-23FA0A43A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3">
            <a:extLst>
              <a:ext uri="{FF2B5EF4-FFF2-40B4-BE49-F238E27FC236}">
                <a16:creationId xmlns:a16="http://schemas.microsoft.com/office/drawing/2014/main" id="{69515740-F289-4782-75F1-BEEDB09E20EE}"/>
              </a:ext>
            </a:extLst>
          </p:cNvPr>
          <p:cNvSpPr/>
          <p:nvPr/>
        </p:nvSpPr>
        <p:spPr>
          <a:xfrm>
            <a:off x="8372475" y="0"/>
            <a:ext cx="3819525" cy="6858000"/>
          </a:xfrm>
          <a:custGeom>
            <a:avLst/>
            <a:gdLst/>
            <a:ahLst/>
            <a:cxnLst/>
            <a:rect l="l" t="t" r="r" b="b"/>
            <a:pathLst>
              <a:path w="3819525" h="6858000">
                <a:moveTo>
                  <a:pt x="3819525" y="0"/>
                </a:moveTo>
                <a:lnTo>
                  <a:pt x="0" y="0"/>
                </a:lnTo>
                <a:lnTo>
                  <a:pt x="0" y="6858000"/>
                </a:lnTo>
                <a:lnTo>
                  <a:pt x="3819525" y="6858000"/>
                </a:lnTo>
                <a:lnTo>
                  <a:pt x="381952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614A1DD-7ADD-9225-8448-BB310EE37806}"/>
              </a:ext>
            </a:extLst>
          </p:cNvPr>
          <p:cNvSpPr txBox="1"/>
          <p:nvPr/>
        </p:nvSpPr>
        <p:spPr>
          <a:xfrm>
            <a:off x="8833230" y="1808200"/>
            <a:ext cx="2917065" cy="1140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 상세 페이지 입니다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상품의 기본 정보를 확인할 수 있으며</a:t>
            </a:r>
            <a:r>
              <a:rPr lang="en-US" altLang="ko-KR" sz="1100" spc="-160" dirty="0">
                <a:latin typeface="Malgun Gothic"/>
                <a:cs typeface="Malgun Gothic"/>
              </a:rPr>
              <a:t>,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상품의 옵션을 선택하여 해당 상품을 장바구니에 </a:t>
            </a:r>
            <a:endParaRPr lang="en-US" altLang="ko-KR" sz="1100" spc="-16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추가하거나 바로 구매할 수 있습니다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최하단에서는 해당 상품과 비슷한 상품을 추천해줍니다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B1B9482D-92C0-3D4B-84E8-B75672B62B0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68125" y="6419741"/>
            <a:ext cx="231140" cy="21095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pc="-25" dirty="0"/>
              <a:t>13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201E5D97-66A8-2357-9EF9-8120B217F8C0}"/>
              </a:ext>
            </a:extLst>
          </p:cNvPr>
          <p:cNvSpPr/>
          <p:nvPr/>
        </p:nvSpPr>
        <p:spPr>
          <a:xfrm>
            <a:off x="8833230" y="1550073"/>
            <a:ext cx="2917066" cy="126328"/>
          </a:xfrm>
          <a:custGeom>
            <a:avLst/>
            <a:gdLst/>
            <a:ahLst/>
            <a:cxnLst/>
            <a:rect l="l" t="t" r="r" b="b"/>
            <a:pathLst>
              <a:path w="2682875" h="154305">
                <a:moveTo>
                  <a:pt x="2682494" y="0"/>
                </a:moveTo>
                <a:lnTo>
                  <a:pt x="0" y="0"/>
                </a:lnTo>
                <a:lnTo>
                  <a:pt x="0" y="153885"/>
                </a:lnTo>
                <a:lnTo>
                  <a:pt x="2682494" y="153885"/>
                </a:lnTo>
                <a:lnTo>
                  <a:pt x="268249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6">
            <a:extLst>
              <a:ext uri="{FF2B5EF4-FFF2-40B4-BE49-F238E27FC236}">
                <a16:creationId xmlns:a16="http://schemas.microsoft.com/office/drawing/2014/main" id="{AB6AA860-E45E-6946-158D-F758237FFFB8}"/>
              </a:ext>
            </a:extLst>
          </p:cNvPr>
          <p:cNvSpPr txBox="1"/>
          <p:nvPr/>
        </p:nvSpPr>
        <p:spPr>
          <a:xfrm>
            <a:off x="8833230" y="3194905"/>
            <a:ext cx="2749169" cy="4792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상품 카테고리 및 이미지 배너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상품 기본</a:t>
            </a:r>
            <a:r>
              <a:rPr lang="en-US" altLang="ko-KR" sz="1200" b="1" dirty="0">
                <a:latin typeface="Malgun Gothic"/>
                <a:cs typeface="Malgun Gothic"/>
              </a:rPr>
              <a:t> </a:t>
            </a:r>
            <a:r>
              <a:rPr lang="ko-KR" altLang="en-US" sz="1200" b="1" dirty="0">
                <a:latin typeface="Malgun Gothic"/>
                <a:cs typeface="Malgun Gothic"/>
              </a:rPr>
              <a:t>정보 및 버튼 영역</a:t>
            </a:r>
            <a:endParaRPr lang="en-US" altLang="ko-KR" sz="1200" b="1" dirty="0">
              <a:latin typeface="Malgun Gothic"/>
              <a:cs typeface="Malgun Gothic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F5EB16D-E1E3-1DDC-D2DE-4AAF081AF682}"/>
              </a:ext>
            </a:extLst>
          </p:cNvPr>
          <p:cNvSpPr txBox="1"/>
          <p:nvPr/>
        </p:nvSpPr>
        <p:spPr>
          <a:xfrm>
            <a:off x="8833230" y="1415923"/>
            <a:ext cx="2977769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85" dirty="0">
                <a:latin typeface="Malgun Gothic"/>
                <a:cs typeface="Malgun Gothic"/>
              </a:rPr>
              <a:t>5-1</a:t>
            </a:r>
            <a:r>
              <a:rPr sz="1400" b="1" spc="85" dirty="0">
                <a:latin typeface="Malgun Gothic"/>
                <a:cs typeface="Malgun Gothic"/>
              </a:rPr>
              <a:t>.</a:t>
            </a:r>
            <a:r>
              <a:rPr lang="en-US" sz="1400" b="1" spc="85" dirty="0">
                <a:latin typeface="Malgun Gothic"/>
                <a:cs typeface="Malgun Gothic"/>
              </a:rPr>
              <a:t> </a:t>
            </a:r>
            <a:r>
              <a:rPr lang="ko-KR" altLang="en-US" sz="1400" b="1" spc="-135" dirty="0">
                <a:latin typeface="Malgun Gothic"/>
                <a:cs typeface="Malgun Gothic"/>
              </a:rPr>
              <a:t>상품</a:t>
            </a:r>
            <a:r>
              <a:rPr lang="en-US" altLang="ko-KR" sz="1400" b="1" spc="-135" dirty="0">
                <a:latin typeface="Malgun Gothic"/>
                <a:cs typeface="Malgun Gothic"/>
              </a:rPr>
              <a:t> </a:t>
            </a:r>
            <a:r>
              <a:rPr lang="ko-KR" altLang="en-US" sz="1400" b="1" spc="-135" dirty="0">
                <a:latin typeface="Malgun Gothic"/>
                <a:cs typeface="Malgun Gothic"/>
              </a:rPr>
              <a:t>상세 </a:t>
            </a:r>
            <a:r>
              <a:rPr lang="ko-KR" altLang="en-US" sz="1400" b="1" spc="-140" dirty="0">
                <a:latin typeface="Malgun Gothic"/>
                <a:cs typeface="Malgun Gothic"/>
              </a:rPr>
              <a:t>페이지</a:t>
            </a:r>
            <a:r>
              <a:rPr lang="ko-KR" altLang="en-US" sz="1400" b="1" spc="-105" dirty="0">
                <a:latin typeface="Malgun Gothic"/>
                <a:cs typeface="Malgun Gothic"/>
              </a:rPr>
              <a:t> </a:t>
            </a:r>
            <a:r>
              <a:rPr lang="ko-KR" altLang="en-US" sz="1400" b="1" spc="-25" dirty="0">
                <a:latin typeface="Malgun Gothic"/>
                <a:cs typeface="Malgun Gothic"/>
              </a:rPr>
              <a:t>설명</a:t>
            </a:r>
            <a:endParaRPr sz="1400" dirty="0">
              <a:latin typeface="Malgun Gothic"/>
              <a:cs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C7973D-79F2-F946-F270-0CAE3AB87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18" y="0"/>
            <a:ext cx="6482219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29DDAF3-6D5B-2F38-5903-9BC93255D9A3}"/>
              </a:ext>
            </a:extLst>
          </p:cNvPr>
          <p:cNvSpPr/>
          <p:nvPr/>
        </p:nvSpPr>
        <p:spPr>
          <a:xfrm>
            <a:off x="1676400" y="546528"/>
            <a:ext cx="2590800" cy="2958671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31">
            <a:extLst>
              <a:ext uri="{FF2B5EF4-FFF2-40B4-BE49-F238E27FC236}">
                <a16:creationId xmlns:a16="http://schemas.microsoft.com/office/drawing/2014/main" id="{D3B14027-20AB-1AEC-05E9-CB0BCFB662FD}"/>
              </a:ext>
            </a:extLst>
          </p:cNvPr>
          <p:cNvGrpSpPr/>
          <p:nvPr/>
        </p:nvGrpSpPr>
        <p:grpSpPr>
          <a:xfrm>
            <a:off x="1134746" y="990600"/>
            <a:ext cx="541654" cy="333375"/>
            <a:chOff x="5713603" y="2515870"/>
            <a:chExt cx="541654" cy="333375"/>
          </a:xfrm>
          <a:solidFill>
            <a:schemeClr val="accent6">
              <a:lumMod val="75000"/>
            </a:schemeClr>
          </a:solidFill>
        </p:grpSpPr>
        <p:sp>
          <p:nvSpPr>
            <p:cNvPr id="12" name="object 32">
              <a:extLst>
                <a:ext uri="{FF2B5EF4-FFF2-40B4-BE49-F238E27FC236}">
                  <a16:creationId xmlns:a16="http://schemas.microsoft.com/office/drawing/2014/main" id="{898D5468-D1AC-5B27-F60A-5D15F7F9904F}"/>
                </a:ext>
              </a:extLst>
            </p:cNvPr>
            <p:cNvSpPr/>
            <p:nvPr/>
          </p:nvSpPr>
          <p:spPr>
            <a:xfrm>
              <a:off x="5950457" y="2707188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33">
              <a:extLst>
                <a:ext uri="{FF2B5EF4-FFF2-40B4-BE49-F238E27FC236}">
                  <a16:creationId xmlns:a16="http://schemas.microsoft.com/office/drawing/2014/main" id="{447ACB48-0D5E-6521-ED91-9F5055CE5458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34">
            <a:extLst>
              <a:ext uri="{FF2B5EF4-FFF2-40B4-BE49-F238E27FC236}">
                <a16:creationId xmlns:a16="http://schemas.microsoft.com/office/drawing/2014/main" id="{7653235F-69A0-DB1D-5EAB-6340B5499BC7}"/>
              </a:ext>
            </a:extLst>
          </p:cNvPr>
          <p:cNvSpPr txBox="1"/>
          <p:nvPr/>
        </p:nvSpPr>
        <p:spPr>
          <a:xfrm>
            <a:off x="1231265" y="1029518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A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72060ED-11E8-3525-5928-F0DC149A001F}"/>
              </a:ext>
            </a:extLst>
          </p:cNvPr>
          <p:cNvSpPr/>
          <p:nvPr/>
        </p:nvSpPr>
        <p:spPr>
          <a:xfrm>
            <a:off x="4374537" y="546528"/>
            <a:ext cx="2590800" cy="2958671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object 31">
            <a:extLst>
              <a:ext uri="{FF2B5EF4-FFF2-40B4-BE49-F238E27FC236}">
                <a16:creationId xmlns:a16="http://schemas.microsoft.com/office/drawing/2014/main" id="{16F5D735-FD1D-8511-181B-9B8AFE74E116}"/>
              </a:ext>
            </a:extLst>
          </p:cNvPr>
          <p:cNvGrpSpPr/>
          <p:nvPr/>
        </p:nvGrpSpPr>
        <p:grpSpPr>
          <a:xfrm>
            <a:off x="6947774" y="951682"/>
            <a:ext cx="594951" cy="333375"/>
            <a:chOff x="5452027" y="2515870"/>
            <a:chExt cx="594951" cy="333375"/>
          </a:xfrm>
          <a:solidFill>
            <a:schemeClr val="accent6">
              <a:lumMod val="75000"/>
            </a:schemeClr>
          </a:solidFill>
        </p:grpSpPr>
        <p:sp>
          <p:nvSpPr>
            <p:cNvPr id="18" name="object 32">
              <a:extLst>
                <a:ext uri="{FF2B5EF4-FFF2-40B4-BE49-F238E27FC236}">
                  <a16:creationId xmlns:a16="http://schemas.microsoft.com/office/drawing/2014/main" id="{BE102517-0105-B811-8B20-9F7414385190}"/>
                </a:ext>
              </a:extLst>
            </p:cNvPr>
            <p:cNvSpPr/>
            <p:nvPr/>
          </p:nvSpPr>
          <p:spPr>
            <a:xfrm>
              <a:off x="5452027" y="2669243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33">
              <a:extLst>
                <a:ext uri="{FF2B5EF4-FFF2-40B4-BE49-F238E27FC236}">
                  <a16:creationId xmlns:a16="http://schemas.microsoft.com/office/drawing/2014/main" id="{101AE8CB-E13A-9B8E-944E-3F77C971FA86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34">
            <a:extLst>
              <a:ext uri="{FF2B5EF4-FFF2-40B4-BE49-F238E27FC236}">
                <a16:creationId xmlns:a16="http://schemas.microsoft.com/office/drawing/2014/main" id="{E6F8CE7F-E302-980F-6B40-126318BCB596}"/>
              </a:ext>
            </a:extLst>
          </p:cNvPr>
          <p:cNvSpPr txBox="1"/>
          <p:nvPr/>
        </p:nvSpPr>
        <p:spPr>
          <a:xfrm>
            <a:off x="7305869" y="990600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B</a:t>
            </a:r>
            <a:endParaRPr sz="1400" dirty="0">
              <a:latin typeface="Malgun Gothic"/>
              <a:cs typeface="Malgun Gothic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60BA12B9-E3AA-F19E-039A-11CB9147F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179" y="2754487"/>
            <a:ext cx="2348910" cy="3621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1768C82-B3F0-CE53-E30F-598E0ECBCD17}"/>
              </a:ext>
            </a:extLst>
          </p:cNvPr>
          <p:cNvCxnSpPr/>
          <p:nvPr/>
        </p:nvCxnSpPr>
        <p:spPr>
          <a:xfrm>
            <a:off x="5715000" y="2209800"/>
            <a:ext cx="0" cy="544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E40C449-2E72-DF91-7359-EC891D51C9CD}"/>
              </a:ext>
            </a:extLst>
          </p:cNvPr>
          <p:cNvSpPr txBox="1"/>
          <p:nvPr/>
        </p:nvSpPr>
        <p:spPr>
          <a:xfrm>
            <a:off x="5671505" y="2397280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주인일 경우</a:t>
            </a:r>
          </a:p>
        </p:txBody>
      </p:sp>
    </p:spTree>
    <p:extLst>
      <p:ext uri="{BB962C8B-B14F-4D97-AF65-F5344CB8AC3E}">
        <p14:creationId xmlns:p14="http://schemas.microsoft.com/office/powerpoint/2010/main" val="2259137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E5A94-D7C0-9E11-AA32-2670DA717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">
            <a:extLst>
              <a:ext uri="{FF2B5EF4-FFF2-40B4-BE49-F238E27FC236}">
                <a16:creationId xmlns:a16="http://schemas.microsoft.com/office/drawing/2014/main" id="{D444A5C7-A72C-48E5-53FE-29C7E105E78F}"/>
              </a:ext>
            </a:extLst>
          </p:cNvPr>
          <p:cNvSpPr/>
          <p:nvPr/>
        </p:nvSpPr>
        <p:spPr>
          <a:xfrm>
            <a:off x="8372475" y="0"/>
            <a:ext cx="3819525" cy="6858000"/>
          </a:xfrm>
          <a:custGeom>
            <a:avLst/>
            <a:gdLst/>
            <a:ahLst/>
            <a:cxnLst/>
            <a:rect l="l" t="t" r="r" b="b"/>
            <a:pathLst>
              <a:path w="3819525" h="6858000">
                <a:moveTo>
                  <a:pt x="3819525" y="0"/>
                </a:moveTo>
                <a:lnTo>
                  <a:pt x="0" y="0"/>
                </a:lnTo>
                <a:lnTo>
                  <a:pt x="0" y="6858000"/>
                </a:lnTo>
                <a:lnTo>
                  <a:pt x="3819525" y="6858000"/>
                </a:lnTo>
                <a:lnTo>
                  <a:pt x="381952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284F59E-B953-D3A6-9779-6620F631B5F5}"/>
              </a:ext>
            </a:extLst>
          </p:cNvPr>
          <p:cNvSpPr txBox="1"/>
          <p:nvPr/>
        </p:nvSpPr>
        <p:spPr>
          <a:xfrm>
            <a:off x="8833230" y="1808200"/>
            <a:ext cx="2917065" cy="1140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 상세 페이지 입니다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상품의 기본 정보를 확인할 수 있으며</a:t>
            </a:r>
            <a:r>
              <a:rPr lang="en-US" altLang="ko-KR" sz="1100" spc="-160" dirty="0">
                <a:latin typeface="Malgun Gothic"/>
                <a:cs typeface="Malgun Gothic"/>
              </a:rPr>
              <a:t>,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상품의 옵션을 선택하여 해당 상품을 장바구니에 </a:t>
            </a:r>
            <a:endParaRPr lang="en-US" altLang="ko-KR" sz="1100" spc="-16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추가하거나 바로 구매할 수 있습니다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최하단에서는 해당 상품과 비슷한 상품을 추천해줍니다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70E29007-42FB-B260-82A0-282C3E1FEDC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68125" y="6419741"/>
            <a:ext cx="231140" cy="21095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pc="-25" dirty="0"/>
              <a:t>14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27382672-F4DA-211A-184F-10AAB28D1194}"/>
              </a:ext>
            </a:extLst>
          </p:cNvPr>
          <p:cNvSpPr/>
          <p:nvPr/>
        </p:nvSpPr>
        <p:spPr>
          <a:xfrm>
            <a:off x="8833230" y="1550073"/>
            <a:ext cx="2917066" cy="126328"/>
          </a:xfrm>
          <a:custGeom>
            <a:avLst/>
            <a:gdLst/>
            <a:ahLst/>
            <a:cxnLst/>
            <a:rect l="l" t="t" r="r" b="b"/>
            <a:pathLst>
              <a:path w="2682875" h="154305">
                <a:moveTo>
                  <a:pt x="2682494" y="0"/>
                </a:moveTo>
                <a:lnTo>
                  <a:pt x="0" y="0"/>
                </a:lnTo>
                <a:lnTo>
                  <a:pt x="0" y="153885"/>
                </a:lnTo>
                <a:lnTo>
                  <a:pt x="2682494" y="153885"/>
                </a:lnTo>
                <a:lnTo>
                  <a:pt x="268249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6">
            <a:extLst>
              <a:ext uri="{FF2B5EF4-FFF2-40B4-BE49-F238E27FC236}">
                <a16:creationId xmlns:a16="http://schemas.microsoft.com/office/drawing/2014/main" id="{F0AAB438-2760-2762-A798-FEF4822C7487}"/>
              </a:ext>
            </a:extLst>
          </p:cNvPr>
          <p:cNvSpPr txBox="1"/>
          <p:nvPr/>
        </p:nvSpPr>
        <p:spPr>
          <a:xfrm>
            <a:off x="8833230" y="3194905"/>
            <a:ext cx="2749170" cy="7321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 startAt="3"/>
            </a:pPr>
            <a:r>
              <a:rPr lang="ko-KR" altLang="en-US" sz="1200" b="1" dirty="0">
                <a:latin typeface="Malgun Gothic"/>
                <a:cs typeface="Malgun Gothic"/>
              </a:rPr>
              <a:t>상품 카테고리 및 이미지 배너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 startAt="3"/>
            </a:pPr>
            <a:r>
              <a:rPr lang="ko-KR" altLang="en-US" sz="1200" b="1" dirty="0">
                <a:latin typeface="Malgun Gothic"/>
                <a:cs typeface="Malgun Gothic"/>
              </a:rPr>
              <a:t>가게 정보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 startAt="3"/>
            </a:pPr>
            <a:r>
              <a:rPr lang="ko-KR" altLang="en-US" sz="1200" b="1" dirty="0">
                <a:latin typeface="Malgun Gothic"/>
                <a:cs typeface="Malgun Gothic"/>
              </a:rPr>
              <a:t>옵션 카드 및 상품 구매 영역</a:t>
            </a:r>
            <a:endParaRPr lang="en-US" altLang="ko-KR" sz="1200" b="1" dirty="0">
              <a:latin typeface="Malgun Gothic"/>
              <a:cs typeface="Malgun Gothic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931C3A4-795C-815B-7A91-F88EA81B4E2C}"/>
              </a:ext>
            </a:extLst>
          </p:cNvPr>
          <p:cNvSpPr txBox="1"/>
          <p:nvPr/>
        </p:nvSpPr>
        <p:spPr>
          <a:xfrm>
            <a:off x="8833230" y="1415923"/>
            <a:ext cx="2977769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85" dirty="0">
                <a:latin typeface="Malgun Gothic"/>
                <a:cs typeface="Malgun Gothic"/>
              </a:rPr>
              <a:t>5-2</a:t>
            </a:r>
            <a:r>
              <a:rPr sz="1400" b="1" spc="85" dirty="0">
                <a:latin typeface="Malgun Gothic"/>
                <a:cs typeface="Malgun Gothic"/>
              </a:rPr>
              <a:t>.</a:t>
            </a:r>
            <a:r>
              <a:rPr lang="en-US" sz="1400" b="1" spc="85" dirty="0">
                <a:latin typeface="Malgun Gothic"/>
                <a:cs typeface="Malgun Gothic"/>
              </a:rPr>
              <a:t> </a:t>
            </a:r>
            <a:r>
              <a:rPr lang="ko-KR" altLang="en-US" sz="1400" b="1" spc="-135" dirty="0">
                <a:latin typeface="Malgun Gothic"/>
                <a:cs typeface="Malgun Gothic"/>
              </a:rPr>
              <a:t>상품</a:t>
            </a:r>
            <a:r>
              <a:rPr lang="en-US" altLang="ko-KR" sz="1400" b="1" spc="-135" dirty="0">
                <a:latin typeface="Malgun Gothic"/>
                <a:cs typeface="Malgun Gothic"/>
              </a:rPr>
              <a:t> </a:t>
            </a:r>
            <a:r>
              <a:rPr lang="ko-KR" altLang="en-US" sz="1400" b="1" spc="-135" dirty="0">
                <a:latin typeface="Malgun Gothic"/>
                <a:cs typeface="Malgun Gothic"/>
              </a:rPr>
              <a:t>상세 </a:t>
            </a:r>
            <a:r>
              <a:rPr lang="ko-KR" altLang="en-US" sz="1400" b="1" spc="-140" dirty="0">
                <a:latin typeface="Malgun Gothic"/>
                <a:cs typeface="Malgun Gothic"/>
              </a:rPr>
              <a:t>페이지</a:t>
            </a:r>
            <a:r>
              <a:rPr lang="ko-KR" altLang="en-US" sz="1400" b="1" spc="-105" dirty="0">
                <a:latin typeface="Malgun Gothic"/>
                <a:cs typeface="Malgun Gothic"/>
              </a:rPr>
              <a:t> </a:t>
            </a:r>
            <a:r>
              <a:rPr lang="ko-KR" altLang="en-US" sz="1400" b="1" spc="-25" dirty="0">
                <a:latin typeface="Malgun Gothic"/>
                <a:cs typeface="Malgun Gothic"/>
              </a:rPr>
              <a:t>설명</a:t>
            </a:r>
            <a:endParaRPr sz="1400" dirty="0">
              <a:latin typeface="Malgun Gothic"/>
              <a:cs typeface="Malgun Gothic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4D45617-6B11-9F2E-CFFA-F66CCC20D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04967" cy="6858000"/>
          </a:xfrm>
          <a:prstGeom prst="rect">
            <a:avLst/>
          </a:prstGeom>
        </p:spPr>
      </p:pic>
      <p:grpSp>
        <p:nvGrpSpPr>
          <p:cNvPr id="7" name="object 31">
            <a:extLst>
              <a:ext uri="{FF2B5EF4-FFF2-40B4-BE49-F238E27FC236}">
                <a16:creationId xmlns:a16="http://schemas.microsoft.com/office/drawing/2014/main" id="{BA9BA0CB-6F0A-3C16-EBCE-68B82D350F5D}"/>
              </a:ext>
            </a:extLst>
          </p:cNvPr>
          <p:cNvGrpSpPr/>
          <p:nvPr/>
        </p:nvGrpSpPr>
        <p:grpSpPr>
          <a:xfrm>
            <a:off x="7170872" y="646882"/>
            <a:ext cx="594951" cy="333375"/>
            <a:chOff x="5452027" y="2515870"/>
            <a:chExt cx="594951" cy="333375"/>
          </a:xfrm>
          <a:solidFill>
            <a:schemeClr val="accent6">
              <a:lumMod val="75000"/>
            </a:schemeClr>
          </a:solidFill>
        </p:grpSpPr>
        <p:sp>
          <p:nvSpPr>
            <p:cNvPr id="8" name="object 32">
              <a:extLst>
                <a:ext uri="{FF2B5EF4-FFF2-40B4-BE49-F238E27FC236}">
                  <a16:creationId xmlns:a16="http://schemas.microsoft.com/office/drawing/2014/main" id="{9314A39F-EE34-4D64-2156-8DD747A79388}"/>
                </a:ext>
              </a:extLst>
            </p:cNvPr>
            <p:cNvSpPr/>
            <p:nvPr/>
          </p:nvSpPr>
          <p:spPr>
            <a:xfrm>
              <a:off x="5452027" y="2669243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33">
              <a:extLst>
                <a:ext uri="{FF2B5EF4-FFF2-40B4-BE49-F238E27FC236}">
                  <a16:creationId xmlns:a16="http://schemas.microsoft.com/office/drawing/2014/main" id="{FE820EB9-61FB-40E3-AB4E-87F8AFEA37A1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34">
            <a:extLst>
              <a:ext uri="{FF2B5EF4-FFF2-40B4-BE49-F238E27FC236}">
                <a16:creationId xmlns:a16="http://schemas.microsoft.com/office/drawing/2014/main" id="{432853DB-3A01-F3DC-5DA2-3AB927F2B056}"/>
              </a:ext>
            </a:extLst>
          </p:cNvPr>
          <p:cNvSpPr txBox="1"/>
          <p:nvPr/>
        </p:nvSpPr>
        <p:spPr>
          <a:xfrm>
            <a:off x="7528967" y="685800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D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23" name="object 31">
            <a:extLst>
              <a:ext uri="{FF2B5EF4-FFF2-40B4-BE49-F238E27FC236}">
                <a16:creationId xmlns:a16="http://schemas.microsoft.com/office/drawing/2014/main" id="{C4B36390-E3BC-1B71-1B6D-FDE48F0A9B39}"/>
              </a:ext>
            </a:extLst>
          </p:cNvPr>
          <p:cNvGrpSpPr/>
          <p:nvPr/>
        </p:nvGrpSpPr>
        <p:grpSpPr>
          <a:xfrm>
            <a:off x="1503681" y="265882"/>
            <a:ext cx="541654" cy="333375"/>
            <a:chOff x="5713603" y="2515870"/>
            <a:chExt cx="541654" cy="333375"/>
          </a:xfrm>
          <a:solidFill>
            <a:schemeClr val="accent6">
              <a:lumMod val="75000"/>
            </a:schemeClr>
          </a:solidFill>
        </p:grpSpPr>
        <p:sp>
          <p:nvSpPr>
            <p:cNvPr id="26" name="object 32">
              <a:extLst>
                <a:ext uri="{FF2B5EF4-FFF2-40B4-BE49-F238E27FC236}">
                  <a16:creationId xmlns:a16="http://schemas.microsoft.com/office/drawing/2014/main" id="{59A5F57A-280B-363C-0C02-6067EE86FED8}"/>
                </a:ext>
              </a:extLst>
            </p:cNvPr>
            <p:cNvSpPr/>
            <p:nvPr/>
          </p:nvSpPr>
          <p:spPr>
            <a:xfrm>
              <a:off x="5950457" y="2707188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33">
              <a:extLst>
                <a:ext uri="{FF2B5EF4-FFF2-40B4-BE49-F238E27FC236}">
                  <a16:creationId xmlns:a16="http://schemas.microsoft.com/office/drawing/2014/main" id="{D213F1B0-B8D8-D2B8-14DC-862A532FC12C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34">
            <a:extLst>
              <a:ext uri="{FF2B5EF4-FFF2-40B4-BE49-F238E27FC236}">
                <a16:creationId xmlns:a16="http://schemas.microsoft.com/office/drawing/2014/main" id="{29DBCFDB-2B51-803D-41AB-32D4E0440C01}"/>
              </a:ext>
            </a:extLst>
          </p:cNvPr>
          <p:cNvSpPr txBox="1"/>
          <p:nvPr/>
        </p:nvSpPr>
        <p:spPr>
          <a:xfrm>
            <a:off x="1600200" y="304800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C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6CC10BB-5C13-8046-7128-F593B1073116}"/>
              </a:ext>
            </a:extLst>
          </p:cNvPr>
          <p:cNvSpPr/>
          <p:nvPr/>
        </p:nvSpPr>
        <p:spPr>
          <a:xfrm>
            <a:off x="2065654" y="304801"/>
            <a:ext cx="1515746" cy="228908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42D7546-B8B5-307D-D643-4675DA619935}"/>
              </a:ext>
            </a:extLst>
          </p:cNvPr>
          <p:cNvSpPr/>
          <p:nvPr/>
        </p:nvSpPr>
        <p:spPr>
          <a:xfrm>
            <a:off x="2045334" y="653231"/>
            <a:ext cx="3060065" cy="6204763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" name="object 31">
            <a:extLst>
              <a:ext uri="{FF2B5EF4-FFF2-40B4-BE49-F238E27FC236}">
                <a16:creationId xmlns:a16="http://schemas.microsoft.com/office/drawing/2014/main" id="{86510294-F391-82C9-3624-80366CBFCC67}"/>
              </a:ext>
            </a:extLst>
          </p:cNvPr>
          <p:cNvGrpSpPr/>
          <p:nvPr/>
        </p:nvGrpSpPr>
        <p:grpSpPr>
          <a:xfrm>
            <a:off x="7170872" y="2170882"/>
            <a:ext cx="594951" cy="333375"/>
            <a:chOff x="5452027" y="2515870"/>
            <a:chExt cx="594951" cy="333375"/>
          </a:xfrm>
          <a:solidFill>
            <a:schemeClr val="accent6">
              <a:lumMod val="75000"/>
            </a:schemeClr>
          </a:solidFill>
        </p:grpSpPr>
        <p:sp>
          <p:nvSpPr>
            <p:cNvPr id="34" name="object 32">
              <a:extLst>
                <a:ext uri="{FF2B5EF4-FFF2-40B4-BE49-F238E27FC236}">
                  <a16:creationId xmlns:a16="http://schemas.microsoft.com/office/drawing/2014/main" id="{23BA18AD-C7EA-4858-2339-B2D600227EC0}"/>
                </a:ext>
              </a:extLst>
            </p:cNvPr>
            <p:cNvSpPr/>
            <p:nvPr/>
          </p:nvSpPr>
          <p:spPr>
            <a:xfrm>
              <a:off x="5452027" y="2669243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5" name="object 33">
              <a:extLst>
                <a:ext uri="{FF2B5EF4-FFF2-40B4-BE49-F238E27FC236}">
                  <a16:creationId xmlns:a16="http://schemas.microsoft.com/office/drawing/2014/main" id="{2FDF9E8F-853A-DB79-503D-62304541F694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4">
            <a:extLst>
              <a:ext uri="{FF2B5EF4-FFF2-40B4-BE49-F238E27FC236}">
                <a16:creationId xmlns:a16="http://schemas.microsoft.com/office/drawing/2014/main" id="{64D4CE33-1761-593E-356E-701A6F696E26}"/>
              </a:ext>
            </a:extLst>
          </p:cNvPr>
          <p:cNvSpPr txBox="1"/>
          <p:nvPr/>
        </p:nvSpPr>
        <p:spPr>
          <a:xfrm>
            <a:off x="7528967" y="2209800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E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EC5F25A-8396-6673-842E-3849815B8160}"/>
              </a:ext>
            </a:extLst>
          </p:cNvPr>
          <p:cNvSpPr/>
          <p:nvPr/>
        </p:nvSpPr>
        <p:spPr>
          <a:xfrm>
            <a:off x="5244505" y="1314635"/>
            <a:ext cx="1926367" cy="2342966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767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7BC58-53BB-21D0-3ACC-2E4E8669F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">
            <a:extLst>
              <a:ext uri="{FF2B5EF4-FFF2-40B4-BE49-F238E27FC236}">
                <a16:creationId xmlns:a16="http://schemas.microsoft.com/office/drawing/2014/main" id="{D8520695-17D5-3BC7-D41D-6FF011D9180D}"/>
              </a:ext>
            </a:extLst>
          </p:cNvPr>
          <p:cNvSpPr/>
          <p:nvPr/>
        </p:nvSpPr>
        <p:spPr>
          <a:xfrm>
            <a:off x="8372475" y="0"/>
            <a:ext cx="3819525" cy="6858000"/>
          </a:xfrm>
          <a:custGeom>
            <a:avLst/>
            <a:gdLst/>
            <a:ahLst/>
            <a:cxnLst/>
            <a:rect l="l" t="t" r="r" b="b"/>
            <a:pathLst>
              <a:path w="3819525" h="6858000">
                <a:moveTo>
                  <a:pt x="3819525" y="0"/>
                </a:moveTo>
                <a:lnTo>
                  <a:pt x="0" y="0"/>
                </a:lnTo>
                <a:lnTo>
                  <a:pt x="0" y="6858000"/>
                </a:lnTo>
                <a:lnTo>
                  <a:pt x="3819525" y="6858000"/>
                </a:lnTo>
                <a:lnTo>
                  <a:pt x="381952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CC78F3D-79AE-D30E-E06F-9115442AE1C9}"/>
              </a:ext>
            </a:extLst>
          </p:cNvPr>
          <p:cNvSpPr txBox="1"/>
          <p:nvPr/>
        </p:nvSpPr>
        <p:spPr>
          <a:xfrm>
            <a:off x="8833230" y="1808200"/>
            <a:ext cx="2917065" cy="1140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 상세 페이지 입니다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상품의 기본 정보를 확인할 수 있으며</a:t>
            </a:r>
            <a:r>
              <a:rPr lang="en-US" altLang="ko-KR" sz="1100" spc="-160" dirty="0">
                <a:latin typeface="Malgun Gothic"/>
                <a:cs typeface="Malgun Gothic"/>
              </a:rPr>
              <a:t>,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상품의 옵션을 선택하여 해당 상품을 장바구니에 </a:t>
            </a:r>
            <a:endParaRPr lang="en-US" altLang="ko-KR" sz="1100" spc="-16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추가하거나 바로 구매할 수 있습니다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최하단에서는 해당 상품과 비슷한 상품을 추천해줍니다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8F132A59-7AB3-11C7-D3D1-E5810A2A15E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68125" y="6419741"/>
            <a:ext cx="231140" cy="21095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pc="-25" dirty="0"/>
              <a:t>14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33E18955-92E7-0A66-DE6C-67854C34F4F4}"/>
              </a:ext>
            </a:extLst>
          </p:cNvPr>
          <p:cNvSpPr/>
          <p:nvPr/>
        </p:nvSpPr>
        <p:spPr>
          <a:xfrm>
            <a:off x="8833230" y="1550073"/>
            <a:ext cx="2917066" cy="126328"/>
          </a:xfrm>
          <a:custGeom>
            <a:avLst/>
            <a:gdLst/>
            <a:ahLst/>
            <a:cxnLst/>
            <a:rect l="l" t="t" r="r" b="b"/>
            <a:pathLst>
              <a:path w="2682875" h="154305">
                <a:moveTo>
                  <a:pt x="2682494" y="0"/>
                </a:moveTo>
                <a:lnTo>
                  <a:pt x="0" y="0"/>
                </a:lnTo>
                <a:lnTo>
                  <a:pt x="0" y="153885"/>
                </a:lnTo>
                <a:lnTo>
                  <a:pt x="2682494" y="153885"/>
                </a:lnTo>
                <a:lnTo>
                  <a:pt x="268249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6">
            <a:extLst>
              <a:ext uri="{FF2B5EF4-FFF2-40B4-BE49-F238E27FC236}">
                <a16:creationId xmlns:a16="http://schemas.microsoft.com/office/drawing/2014/main" id="{D302A3A0-2119-B04D-1802-5D5FD4BCC56F}"/>
              </a:ext>
            </a:extLst>
          </p:cNvPr>
          <p:cNvSpPr txBox="1"/>
          <p:nvPr/>
        </p:nvSpPr>
        <p:spPr>
          <a:xfrm>
            <a:off x="8833230" y="3194905"/>
            <a:ext cx="2749170" cy="226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 startAt="6"/>
            </a:pPr>
            <a:r>
              <a:rPr lang="ko-KR" altLang="en-US" sz="1200" b="1" dirty="0">
                <a:latin typeface="Malgun Gothic"/>
                <a:cs typeface="Malgun Gothic"/>
              </a:rPr>
              <a:t>추가 추천 상품 영역</a:t>
            </a:r>
            <a:endParaRPr lang="en-US" altLang="ko-KR" sz="1200" b="1" dirty="0">
              <a:latin typeface="Malgun Gothic"/>
              <a:cs typeface="Malgun Gothic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E043D8D-F750-85CA-3415-3E4EA8419CEC}"/>
              </a:ext>
            </a:extLst>
          </p:cNvPr>
          <p:cNvSpPr txBox="1"/>
          <p:nvPr/>
        </p:nvSpPr>
        <p:spPr>
          <a:xfrm>
            <a:off x="8833230" y="1415923"/>
            <a:ext cx="2977769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85" dirty="0">
                <a:latin typeface="Malgun Gothic"/>
                <a:cs typeface="Malgun Gothic"/>
              </a:rPr>
              <a:t>5-2</a:t>
            </a:r>
            <a:r>
              <a:rPr sz="1400" b="1" spc="85" dirty="0">
                <a:latin typeface="Malgun Gothic"/>
                <a:cs typeface="Malgun Gothic"/>
              </a:rPr>
              <a:t>.</a:t>
            </a:r>
            <a:r>
              <a:rPr lang="en-US" sz="1400" b="1" spc="85" dirty="0">
                <a:latin typeface="Malgun Gothic"/>
                <a:cs typeface="Malgun Gothic"/>
              </a:rPr>
              <a:t> </a:t>
            </a:r>
            <a:r>
              <a:rPr lang="ko-KR" altLang="en-US" sz="1400" b="1" spc="-135" dirty="0">
                <a:latin typeface="Malgun Gothic"/>
                <a:cs typeface="Malgun Gothic"/>
              </a:rPr>
              <a:t>상품</a:t>
            </a:r>
            <a:r>
              <a:rPr lang="en-US" altLang="ko-KR" sz="1400" b="1" spc="-135" dirty="0">
                <a:latin typeface="Malgun Gothic"/>
                <a:cs typeface="Malgun Gothic"/>
              </a:rPr>
              <a:t> </a:t>
            </a:r>
            <a:r>
              <a:rPr lang="ko-KR" altLang="en-US" sz="1400" b="1" spc="-135" dirty="0">
                <a:latin typeface="Malgun Gothic"/>
                <a:cs typeface="Malgun Gothic"/>
              </a:rPr>
              <a:t>상세 </a:t>
            </a:r>
            <a:r>
              <a:rPr lang="ko-KR" altLang="en-US" sz="1400" b="1" spc="-140" dirty="0">
                <a:latin typeface="Malgun Gothic"/>
                <a:cs typeface="Malgun Gothic"/>
              </a:rPr>
              <a:t>페이지</a:t>
            </a:r>
            <a:r>
              <a:rPr lang="ko-KR" altLang="en-US" sz="1400" b="1" spc="-105" dirty="0">
                <a:latin typeface="Malgun Gothic"/>
                <a:cs typeface="Malgun Gothic"/>
              </a:rPr>
              <a:t> </a:t>
            </a:r>
            <a:r>
              <a:rPr lang="ko-KR" altLang="en-US" sz="1400" b="1" spc="-25" dirty="0">
                <a:latin typeface="Malgun Gothic"/>
                <a:cs typeface="Malgun Gothic"/>
              </a:rPr>
              <a:t>설명</a:t>
            </a:r>
            <a:endParaRPr sz="1400" dirty="0">
              <a:latin typeface="Malgun Gothic"/>
              <a:cs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D7B958-644E-2897-B8E4-A4B9F00B5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7036496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B595F2B-4EF3-307E-8DC6-751DF88456F2}"/>
              </a:ext>
            </a:extLst>
          </p:cNvPr>
          <p:cNvSpPr/>
          <p:nvPr/>
        </p:nvSpPr>
        <p:spPr>
          <a:xfrm>
            <a:off x="1143000" y="3124200"/>
            <a:ext cx="6503096" cy="1905000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31">
            <a:extLst>
              <a:ext uri="{FF2B5EF4-FFF2-40B4-BE49-F238E27FC236}">
                <a16:creationId xmlns:a16="http://schemas.microsoft.com/office/drawing/2014/main" id="{27650D72-EE93-1919-6E22-076494643780}"/>
              </a:ext>
            </a:extLst>
          </p:cNvPr>
          <p:cNvGrpSpPr/>
          <p:nvPr/>
        </p:nvGrpSpPr>
        <p:grpSpPr>
          <a:xfrm>
            <a:off x="7621331" y="3599205"/>
            <a:ext cx="594951" cy="333375"/>
            <a:chOff x="5452027" y="2515870"/>
            <a:chExt cx="594951" cy="333375"/>
          </a:xfrm>
          <a:solidFill>
            <a:schemeClr val="accent6">
              <a:lumMod val="75000"/>
            </a:schemeClr>
          </a:solidFill>
        </p:grpSpPr>
        <p:sp>
          <p:nvSpPr>
            <p:cNvPr id="12" name="object 32">
              <a:extLst>
                <a:ext uri="{FF2B5EF4-FFF2-40B4-BE49-F238E27FC236}">
                  <a16:creationId xmlns:a16="http://schemas.microsoft.com/office/drawing/2014/main" id="{6A05111F-AFB9-6630-66DB-2192C8B3EAD2}"/>
                </a:ext>
              </a:extLst>
            </p:cNvPr>
            <p:cNvSpPr/>
            <p:nvPr/>
          </p:nvSpPr>
          <p:spPr>
            <a:xfrm>
              <a:off x="5452027" y="2669243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33">
              <a:extLst>
                <a:ext uri="{FF2B5EF4-FFF2-40B4-BE49-F238E27FC236}">
                  <a16:creationId xmlns:a16="http://schemas.microsoft.com/office/drawing/2014/main" id="{80DD469D-4FC6-3C8D-0D5D-8DA6C696DBE7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34">
            <a:extLst>
              <a:ext uri="{FF2B5EF4-FFF2-40B4-BE49-F238E27FC236}">
                <a16:creationId xmlns:a16="http://schemas.microsoft.com/office/drawing/2014/main" id="{74C816D8-2591-323E-9D43-D65CFDA68A0A}"/>
              </a:ext>
            </a:extLst>
          </p:cNvPr>
          <p:cNvSpPr txBox="1"/>
          <p:nvPr/>
        </p:nvSpPr>
        <p:spPr>
          <a:xfrm>
            <a:off x="7979426" y="3638123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F</a:t>
            </a:r>
            <a:endParaRPr sz="1400" dirty="0"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601011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9D597-3C5E-0F52-33A3-27895244C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3">
            <a:extLst>
              <a:ext uri="{FF2B5EF4-FFF2-40B4-BE49-F238E27FC236}">
                <a16:creationId xmlns:a16="http://schemas.microsoft.com/office/drawing/2014/main" id="{F0AB14E6-E5FD-9554-7133-73BB883EB374}"/>
              </a:ext>
            </a:extLst>
          </p:cNvPr>
          <p:cNvSpPr/>
          <p:nvPr/>
        </p:nvSpPr>
        <p:spPr>
          <a:xfrm>
            <a:off x="8372475" y="0"/>
            <a:ext cx="3819525" cy="6858000"/>
          </a:xfrm>
          <a:custGeom>
            <a:avLst/>
            <a:gdLst/>
            <a:ahLst/>
            <a:cxnLst/>
            <a:rect l="l" t="t" r="r" b="b"/>
            <a:pathLst>
              <a:path w="3819525" h="6858000">
                <a:moveTo>
                  <a:pt x="3819525" y="0"/>
                </a:moveTo>
                <a:lnTo>
                  <a:pt x="0" y="0"/>
                </a:lnTo>
                <a:lnTo>
                  <a:pt x="0" y="6858000"/>
                </a:lnTo>
                <a:lnTo>
                  <a:pt x="3819525" y="6858000"/>
                </a:lnTo>
                <a:lnTo>
                  <a:pt x="381952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6883225-0D04-C614-0CCF-FD015E8714A1}"/>
              </a:ext>
            </a:extLst>
          </p:cNvPr>
          <p:cNvSpPr txBox="1"/>
          <p:nvPr/>
        </p:nvSpPr>
        <p:spPr>
          <a:xfrm>
            <a:off x="8833230" y="1808200"/>
            <a:ext cx="2917065" cy="1140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 상세 페이지 입니다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상품의 기본 정보를 확인할 수 있으며</a:t>
            </a:r>
            <a:r>
              <a:rPr lang="en-US" altLang="ko-KR" sz="1100" spc="-160" dirty="0">
                <a:latin typeface="Malgun Gothic"/>
                <a:cs typeface="Malgun Gothic"/>
              </a:rPr>
              <a:t>,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상품의 옵션을 선택하여 해당 상품을 장바구니에 </a:t>
            </a:r>
            <a:endParaRPr lang="en-US" altLang="ko-KR" sz="1100" spc="-16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ko-KR" altLang="en-US" sz="1100" spc="-160" dirty="0">
                <a:latin typeface="Malgun Gothic"/>
                <a:cs typeface="Malgun Gothic"/>
              </a:rPr>
              <a:t>추가하거나 바로 구매할 수 있습니다</a:t>
            </a:r>
            <a:r>
              <a:rPr lang="en-US" altLang="ko-KR" sz="1100" spc="-160" dirty="0">
                <a:latin typeface="Malgun Gothic"/>
                <a:cs typeface="Malgun Gothic"/>
              </a:rPr>
              <a:t>.</a:t>
            </a:r>
          </a:p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endParaRPr lang="en-US" altLang="ko-KR" sz="1100" spc="-160" dirty="0">
              <a:latin typeface="Malgun Gothic"/>
              <a:cs typeface="Malgun Gothic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EE19A2C1-9EE3-FCDB-4F1A-426D6BB3962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68125" y="6419741"/>
            <a:ext cx="231140" cy="21095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pc="-25" dirty="0"/>
              <a:t>16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2C24C85F-4536-2BA6-ACB0-CF8CEC6D84B6}"/>
              </a:ext>
            </a:extLst>
          </p:cNvPr>
          <p:cNvSpPr/>
          <p:nvPr/>
        </p:nvSpPr>
        <p:spPr>
          <a:xfrm>
            <a:off x="8833230" y="1550073"/>
            <a:ext cx="2917066" cy="126328"/>
          </a:xfrm>
          <a:custGeom>
            <a:avLst/>
            <a:gdLst/>
            <a:ahLst/>
            <a:cxnLst/>
            <a:rect l="l" t="t" r="r" b="b"/>
            <a:pathLst>
              <a:path w="2682875" h="154305">
                <a:moveTo>
                  <a:pt x="2682494" y="0"/>
                </a:moveTo>
                <a:lnTo>
                  <a:pt x="0" y="0"/>
                </a:lnTo>
                <a:lnTo>
                  <a:pt x="0" y="153885"/>
                </a:lnTo>
                <a:lnTo>
                  <a:pt x="2682494" y="153885"/>
                </a:lnTo>
                <a:lnTo>
                  <a:pt x="268249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6">
            <a:extLst>
              <a:ext uri="{FF2B5EF4-FFF2-40B4-BE49-F238E27FC236}">
                <a16:creationId xmlns:a16="http://schemas.microsoft.com/office/drawing/2014/main" id="{9668AFB6-6F8A-5FA3-3F2F-9547BA6C5595}"/>
              </a:ext>
            </a:extLst>
          </p:cNvPr>
          <p:cNvSpPr txBox="1"/>
          <p:nvPr/>
        </p:nvSpPr>
        <p:spPr>
          <a:xfrm>
            <a:off x="8833230" y="3194905"/>
            <a:ext cx="2749170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장바구니 상품 목록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최종 결제 금액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상품 수량 조절 및 선택 버튼 영역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장바구니 초기화 버튼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r>
              <a:rPr lang="ko-KR" altLang="en-US" sz="1200" b="1" dirty="0">
                <a:latin typeface="Malgun Gothic"/>
                <a:cs typeface="Malgun Gothic"/>
              </a:rPr>
              <a:t>구매하기 버튼</a:t>
            </a:r>
            <a:endParaRPr lang="en-US" altLang="ko-KR" sz="1200" b="1" dirty="0">
              <a:latin typeface="Malgun Gothic"/>
              <a:cs typeface="Malgun Gothic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+mj-lt"/>
              <a:buAutoNum type="alphaUcPeriod"/>
            </a:pPr>
            <a:endParaRPr lang="en-US" altLang="ko-KR" sz="1200" b="1" dirty="0">
              <a:latin typeface="Malgun Gothic"/>
              <a:cs typeface="Malgun Gothic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F08F645-79AB-EF62-3E77-D5B1DBA87640}"/>
              </a:ext>
            </a:extLst>
          </p:cNvPr>
          <p:cNvSpPr txBox="1"/>
          <p:nvPr/>
        </p:nvSpPr>
        <p:spPr>
          <a:xfrm>
            <a:off x="8833230" y="1415923"/>
            <a:ext cx="2977769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85" dirty="0">
                <a:latin typeface="Malgun Gothic"/>
                <a:cs typeface="Malgun Gothic"/>
              </a:rPr>
              <a:t>6</a:t>
            </a:r>
            <a:r>
              <a:rPr sz="1400" b="1" spc="85" dirty="0">
                <a:latin typeface="Malgun Gothic"/>
                <a:cs typeface="Malgun Gothic"/>
              </a:rPr>
              <a:t>.</a:t>
            </a:r>
            <a:r>
              <a:rPr lang="en-US" sz="1400" b="1" spc="85" dirty="0">
                <a:latin typeface="Malgun Gothic"/>
                <a:cs typeface="Malgun Gothic"/>
              </a:rPr>
              <a:t> </a:t>
            </a:r>
            <a:r>
              <a:rPr lang="ko-KR" altLang="en-US" sz="1400" b="1" spc="-135" dirty="0">
                <a:latin typeface="Malgun Gothic"/>
                <a:cs typeface="Malgun Gothic"/>
              </a:rPr>
              <a:t>장바구니 페이지 설명</a:t>
            </a:r>
            <a:endParaRPr sz="1400" dirty="0">
              <a:latin typeface="Malgun Gothic"/>
              <a:cs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4A58446-6DD1-8B6F-73FE-D25BB8309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87" y="1028700"/>
            <a:ext cx="8260142" cy="4800600"/>
          </a:xfrm>
          <a:prstGeom prst="rect">
            <a:avLst/>
          </a:prstGeom>
        </p:spPr>
      </p:pic>
      <p:grpSp>
        <p:nvGrpSpPr>
          <p:cNvPr id="13" name="object 31">
            <a:extLst>
              <a:ext uri="{FF2B5EF4-FFF2-40B4-BE49-F238E27FC236}">
                <a16:creationId xmlns:a16="http://schemas.microsoft.com/office/drawing/2014/main" id="{197034EC-9DEC-10C1-4661-D88D66C6E9A3}"/>
              </a:ext>
            </a:extLst>
          </p:cNvPr>
          <p:cNvGrpSpPr/>
          <p:nvPr/>
        </p:nvGrpSpPr>
        <p:grpSpPr>
          <a:xfrm>
            <a:off x="2743200" y="1113971"/>
            <a:ext cx="333375" cy="436102"/>
            <a:chOff x="5713603" y="2515870"/>
            <a:chExt cx="333375" cy="436102"/>
          </a:xfrm>
          <a:solidFill>
            <a:schemeClr val="accent6">
              <a:lumMod val="75000"/>
            </a:schemeClr>
          </a:solidFill>
        </p:grpSpPr>
        <p:sp>
          <p:nvSpPr>
            <p:cNvPr id="14" name="object 32">
              <a:extLst>
                <a:ext uri="{FF2B5EF4-FFF2-40B4-BE49-F238E27FC236}">
                  <a16:creationId xmlns:a16="http://schemas.microsoft.com/office/drawing/2014/main" id="{B644D033-4A58-571E-F410-94093FB74304}"/>
                </a:ext>
              </a:extLst>
            </p:cNvPr>
            <p:cNvSpPr/>
            <p:nvPr/>
          </p:nvSpPr>
          <p:spPr>
            <a:xfrm rot="5400000">
              <a:off x="5713603" y="2799572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33">
              <a:extLst>
                <a:ext uri="{FF2B5EF4-FFF2-40B4-BE49-F238E27FC236}">
                  <a16:creationId xmlns:a16="http://schemas.microsoft.com/office/drawing/2014/main" id="{11B19FC4-009F-967C-C0EF-5CD0BF669361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34">
            <a:extLst>
              <a:ext uri="{FF2B5EF4-FFF2-40B4-BE49-F238E27FC236}">
                <a16:creationId xmlns:a16="http://schemas.microsoft.com/office/drawing/2014/main" id="{23A3F216-ADE1-6BB0-7E5B-C8901A2241D5}"/>
              </a:ext>
            </a:extLst>
          </p:cNvPr>
          <p:cNvSpPr txBox="1"/>
          <p:nvPr/>
        </p:nvSpPr>
        <p:spPr>
          <a:xfrm>
            <a:off x="2839719" y="1152889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A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18" name="object 31">
            <a:extLst>
              <a:ext uri="{FF2B5EF4-FFF2-40B4-BE49-F238E27FC236}">
                <a16:creationId xmlns:a16="http://schemas.microsoft.com/office/drawing/2014/main" id="{21DC475B-1746-F254-6EA0-3A36FE06AAD5}"/>
              </a:ext>
            </a:extLst>
          </p:cNvPr>
          <p:cNvGrpSpPr/>
          <p:nvPr/>
        </p:nvGrpSpPr>
        <p:grpSpPr>
          <a:xfrm>
            <a:off x="7764766" y="1408574"/>
            <a:ext cx="457199" cy="333375"/>
            <a:chOff x="5589779" y="2515870"/>
            <a:chExt cx="457199" cy="333375"/>
          </a:xfrm>
          <a:solidFill>
            <a:schemeClr val="accent6">
              <a:lumMod val="75000"/>
            </a:schemeClr>
          </a:solidFill>
        </p:grpSpPr>
        <p:sp>
          <p:nvSpPr>
            <p:cNvPr id="19" name="object 32">
              <a:extLst>
                <a:ext uri="{FF2B5EF4-FFF2-40B4-BE49-F238E27FC236}">
                  <a16:creationId xmlns:a16="http://schemas.microsoft.com/office/drawing/2014/main" id="{DA410D39-4516-7AE8-31E5-8BD805039CE5}"/>
                </a:ext>
              </a:extLst>
            </p:cNvPr>
            <p:cNvSpPr/>
            <p:nvPr/>
          </p:nvSpPr>
          <p:spPr>
            <a:xfrm rot="19657695">
              <a:off x="5589779" y="2758757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33">
              <a:extLst>
                <a:ext uri="{FF2B5EF4-FFF2-40B4-BE49-F238E27FC236}">
                  <a16:creationId xmlns:a16="http://schemas.microsoft.com/office/drawing/2014/main" id="{110E42E2-8B61-E914-B685-C30F2E8CA9A0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34">
            <a:extLst>
              <a:ext uri="{FF2B5EF4-FFF2-40B4-BE49-F238E27FC236}">
                <a16:creationId xmlns:a16="http://schemas.microsoft.com/office/drawing/2014/main" id="{3143FA6B-67EB-B615-1F4A-59AA5333A7C5}"/>
              </a:ext>
            </a:extLst>
          </p:cNvPr>
          <p:cNvSpPr txBox="1"/>
          <p:nvPr/>
        </p:nvSpPr>
        <p:spPr>
          <a:xfrm>
            <a:off x="7985109" y="1447492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B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D18DA20-D13F-298D-D793-62C8322A4E8E}"/>
              </a:ext>
            </a:extLst>
          </p:cNvPr>
          <p:cNvSpPr/>
          <p:nvPr/>
        </p:nvSpPr>
        <p:spPr>
          <a:xfrm>
            <a:off x="5684613" y="1769871"/>
            <a:ext cx="2361269" cy="1811529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object 31">
            <a:extLst>
              <a:ext uri="{FF2B5EF4-FFF2-40B4-BE49-F238E27FC236}">
                <a16:creationId xmlns:a16="http://schemas.microsoft.com/office/drawing/2014/main" id="{66F89B6C-0969-6E68-C334-8B6EE63DDBCF}"/>
              </a:ext>
            </a:extLst>
          </p:cNvPr>
          <p:cNvGrpSpPr/>
          <p:nvPr/>
        </p:nvGrpSpPr>
        <p:grpSpPr>
          <a:xfrm>
            <a:off x="7924800" y="3678309"/>
            <a:ext cx="444557" cy="333375"/>
            <a:chOff x="5602421" y="2515870"/>
            <a:chExt cx="444557" cy="333375"/>
          </a:xfrm>
          <a:solidFill>
            <a:schemeClr val="accent6">
              <a:lumMod val="75000"/>
            </a:schemeClr>
          </a:solidFill>
        </p:grpSpPr>
        <p:sp>
          <p:nvSpPr>
            <p:cNvPr id="31" name="object 32">
              <a:extLst>
                <a:ext uri="{FF2B5EF4-FFF2-40B4-BE49-F238E27FC236}">
                  <a16:creationId xmlns:a16="http://schemas.microsoft.com/office/drawing/2014/main" id="{56631071-FDFA-71CE-E2EB-0BA8B4F08FE2}"/>
                </a:ext>
              </a:extLst>
            </p:cNvPr>
            <p:cNvSpPr/>
            <p:nvPr/>
          </p:nvSpPr>
          <p:spPr>
            <a:xfrm flipV="1">
              <a:off x="5602421" y="2669243"/>
              <a:ext cx="154406" cy="54518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2" name="object 33">
              <a:extLst>
                <a:ext uri="{FF2B5EF4-FFF2-40B4-BE49-F238E27FC236}">
                  <a16:creationId xmlns:a16="http://schemas.microsoft.com/office/drawing/2014/main" id="{170D6771-B14E-63F7-99D0-C9118777F7BB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4">
            <a:extLst>
              <a:ext uri="{FF2B5EF4-FFF2-40B4-BE49-F238E27FC236}">
                <a16:creationId xmlns:a16="http://schemas.microsoft.com/office/drawing/2014/main" id="{8E7D4662-A73F-A806-7DE5-E494181B946F}"/>
              </a:ext>
            </a:extLst>
          </p:cNvPr>
          <p:cNvSpPr txBox="1"/>
          <p:nvPr/>
        </p:nvSpPr>
        <p:spPr>
          <a:xfrm>
            <a:off x="8132501" y="3717227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D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40" name="object 31">
            <a:extLst>
              <a:ext uri="{FF2B5EF4-FFF2-40B4-BE49-F238E27FC236}">
                <a16:creationId xmlns:a16="http://schemas.microsoft.com/office/drawing/2014/main" id="{423DD0A1-C645-A311-337B-E01D7EBC7C81}"/>
              </a:ext>
            </a:extLst>
          </p:cNvPr>
          <p:cNvGrpSpPr/>
          <p:nvPr/>
        </p:nvGrpSpPr>
        <p:grpSpPr>
          <a:xfrm>
            <a:off x="7909327" y="4417623"/>
            <a:ext cx="367081" cy="333375"/>
            <a:chOff x="5679897" y="2515870"/>
            <a:chExt cx="367081" cy="333375"/>
          </a:xfrm>
          <a:solidFill>
            <a:schemeClr val="accent6">
              <a:lumMod val="75000"/>
            </a:schemeClr>
          </a:solidFill>
        </p:grpSpPr>
        <p:sp>
          <p:nvSpPr>
            <p:cNvPr id="41" name="object 32">
              <a:extLst>
                <a:ext uri="{FF2B5EF4-FFF2-40B4-BE49-F238E27FC236}">
                  <a16:creationId xmlns:a16="http://schemas.microsoft.com/office/drawing/2014/main" id="{7A969A12-6144-6F7C-4FE2-327D510AD3F4}"/>
                </a:ext>
              </a:extLst>
            </p:cNvPr>
            <p:cNvSpPr/>
            <p:nvPr/>
          </p:nvSpPr>
          <p:spPr>
            <a:xfrm rot="1871109" flipV="1">
              <a:off x="5679897" y="2546036"/>
              <a:ext cx="154406" cy="54518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3" name="object 33">
              <a:extLst>
                <a:ext uri="{FF2B5EF4-FFF2-40B4-BE49-F238E27FC236}">
                  <a16:creationId xmlns:a16="http://schemas.microsoft.com/office/drawing/2014/main" id="{85308328-3616-7BE2-44F5-211A107325F7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34">
            <a:extLst>
              <a:ext uri="{FF2B5EF4-FFF2-40B4-BE49-F238E27FC236}">
                <a16:creationId xmlns:a16="http://schemas.microsoft.com/office/drawing/2014/main" id="{C7CE1651-9D3B-50F1-93E8-08753BBB4A55}"/>
              </a:ext>
            </a:extLst>
          </p:cNvPr>
          <p:cNvSpPr txBox="1"/>
          <p:nvPr/>
        </p:nvSpPr>
        <p:spPr>
          <a:xfrm>
            <a:off x="8039552" y="4456541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E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45" name="object 31">
            <a:extLst>
              <a:ext uri="{FF2B5EF4-FFF2-40B4-BE49-F238E27FC236}">
                <a16:creationId xmlns:a16="http://schemas.microsoft.com/office/drawing/2014/main" id="{602420CF-CE54-C254-0D55-6F2A4C24F970}"/>
              </a:ext>
            </a:extLst>
          </p:cNvPr>
          <p:cNvGrpSpPr/>
          <p:nvPr/>
        </p:nvGrpSpPr>
        <p:grpSpPr>
          <a:xfrm>
            <a:off x="5325750" y="4761682"/>
            <a:ext cx="455384" cy="333375"/>
            <a:chOff x="5591594" y="2515870"/>
            <a:chExt cx="455384" cy="333375"/>
          </a:xfrm>
          <a:solidFill>
            <a:schemeClr val="accent6">
              <a:lumMod val="75000"/>
            </a:schemeClr>
          </a:solidFill>
        </p:grpSpPr>
        <p:sp>
          <p:nvSpPr>
            <p:cNvPr id="46" name="object 32">
              <a:extLst>
                <a:ext uri="{FF2B5EF4-FFF2-40B4-BE49-F238E27FC236}">
                  <a16:creationId xmlns:a16="http://schemas.microsoft.com/office/drawing/2014/main" id="{3EE1EDCB-02B1-D03D-7332-50766C1C7DD3}"/>
                </a:ext>
              </a:extLst>
            </p:cNvPr>
            <p:cNvSpPr/>
            <p:nvPr/>
          </p:nvSpPr>
          <p:spPr>
            <a:xfrm rot="21402727">
              <a:off x="5591594" y="2691297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7" name="object 33">
              <a:extLst>
                <a:ext uri="{FF2B5EF4-FFF2-40B4-BE49-F238E27FC236}">
                  <a16:creationId xmlns:a16="http://schemas.microsoft.com/office/drawing/2014/main" id="{747606E7-5520-05C8-9D89-E7492077EB96}"/>
                </a:ext>
              </a:extLst>
            </p:cNvPr>
            <p:cNvSpPr/>
            <p:nvPr/>
          </p:nvSpPr>
          <p:spPr>
            <a:xfrm>
              <a:off x="5713603" y="251587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750" y="0"/>
                  </a:moveTo>
                  <a:lnTo>
                    <a:pt x="122428" y="5957"/>
                  </a:lnTo>
                  <a:lnTo>
                    <a:pt x="82597" y="22770"/>
                  </a:lnTo>
                  <a:lnTo>
                    <a:pt x="48847" y="48847"/>
                  </a:lnTo>
                  <a:lnTo>
                    <a:pt x="22770" y="82597"/>
                  </a:lnTo>
                  <a:lnTo>
                    <a:pt x="5957" y="122428"/>
                  </a:lnTo>
                  <a:lnTo>
                    <a:pt x="0" y="166750"/>
                  </a:lnTo>
                  <a:lnTo>
                    <a:pt x="5957" y="211064"/>
                  </a:lnTo>
                  <a:lnTo>
                    <a:pt x="22770" y="250872"/>
                  </a:lnTo>
                  <a:lnTo>
                    <a:pt x="48847" y="284591"/>
                  </a:lnTo>
                  <a:lnTo>
                    <a:pt x="82597" y="310637"/>
                  </a:lnTo>
                  <a:lnTo>
                    <a:pt x="122428" y="327426"/>
                  </a:lnTo>
                  <a:lnTo>
                    <a:pt x="166750" y="333375"/>
                  </a:lnTo>
                  <a:lnTo>
                    <a:pt x="211064" y="327426"/>
                  </a:lnTo>
                  <a:lnTo>
                    <a:pt x="250872" y="310637"/>
                  </a:lnTo>
                  <a:lnTo>
                    <a:pt x="284591" y="284591"/>
                  </a:lnTo>
                  <a:lnTo>
                    <a:pt x="310637" y="250872"/>
                  </a:lnTo>
                  <a:lnTo>
                    <a:pt x="327426" y="211064"/>
                  </a:lnTo>
                  <a:lnTo>
                    <a:pt x="333375" y="166750"/>
                  </a:lnTo>
                  <a:lnTo>
                    <a:pt x="327426" y="122428"/>
                  </a:lnTo>
                  <a:lnTo>
                    <a:pt x="310637" y="82597"/>
                  </a:lnTo>
                  <a:lnTo>
                    <a:pt x="284591" y="48847"/>
                  </a:lnTo>
                  <a:lnTo>
                    <a:pt x="250872" y="22770"/>
                  </a:lnTo>
                  <a:lnTo>
                    <a:pt x="211064" y="5957"/>
                  </a:lnTo>
                  <a:lnTo>
                    <a:pt x="166750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34">
            <a:extLst>
              <a:ext uri="{FF2B5EF4-FFF2-40B4-BE49-F238E27FC236}">
                <a16:creationId xmlns:a16="http://schemas.microsoft.com/office/drawing/2014/main" id="{FC975151-F762-A915-07D2-71D1D0648A5A}"/>
              </a:ext>
            </a:extLst>
          </p:cNvPr>
          <p:cNvSpPr txBox="1"/>
          <p:nvPr/>
        </p:nvSpPr>
        <p:spPr>
          <a:xfrm>
            <a:off x="5544278" y="4800600"/>
            <a:ext cx="140335" cy="2289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C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5B562A2-57AF-A36C-54E3-B5917ED88EFE}"/>
              </a:ext>
            </a:extLst>
          </p:cNvPr>
          <p:cNvSpPr/>
          <p:nvPr/>
        </p:nvSpPr>
        <p:spPr>
          <a:xfrm>
            <a:off x="4267199" y="4685449"/>
            <a:ext cx="1053055" cy="800951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009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</TotalTime>
  <Words>1817</Words>
  <Application>Microsoft Office PowerPoint</Application>
  <PresentationFormat>와이드스크린</PresentationFormat>
  <Paragraphs>447</Paragraphs>
  <Slides>17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Malgun Gothic</vt:lpstr>
      <vt:lpstr>Malgun Gothic</vt:lpstr>
      <vt:lpstr>Calibri</vt:lpstr>
      <vt:lpstr>Times New Roman</vt:lpstr>
      <vt:lpstr>Office Theme</vt:lpstr>
      <vt:lpstr>햇살장터</vt:lpstr>
      <vt:lpstr>PowerPoint 프레젠테이션</vt:lpstr>
      <vt:lpstr>PowerPoint 프레젠테이션</vt:lpstr>
      <vt:lpstr>PowerPoint 프레젠테이션</vt:lpstr>
      <vt:lpstr>햇살장터 메뉴 트리 (Infromation Architecture)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YunMi Seong</dc:creator>
  <cp:lastModifiedBy>LeeJeongSik</cp:lastModifiedBy>
  <cp:revision>28</cp:revision>
  <dcterms:created xsi:type="dcterms:W3CDTF">2026-03-07T20:28:10Z</dcterms:created>
  <dcterms:modified xsi:type="dcterms:W3CDTF">2026-03-10T07:25:04Z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2025-09-04T00:00:00Z</vt:filetime>
  </property>
  <property fmtid="{D5CDD505-2E9C-101B-9397-08002B2CF9AE}" pid="3" name="Creator">
    <vt:lpwstr>Microsoft® PowerPoint® Microsoft 365용</vt:lpwstr>
  </property>
  <property fmtid="{D5CDD505-2E9C-101B-9397-08002B2CF9AE}" pid="4" name="LastSaved">
    <vt:filetime>2026-03-07T00:00:00Z</vt:filetime>
  </property>
  <property fmtid="{D5CDD505-2E9C-101B-9397-08002B2CF9AE}" pid="5" name="Producer">
    <vt:lpwstr>Microsoft® PowerPoint® Microsoft 365용</vt:lpwstr>
  </property>
</Properties>
</file>